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93" r:id="rId3"/>
    <p:sldId id="394" r:id="rId4"/>
    <p:sldId id="395" r:id="rId5"/>
    <p:sldId id="396" r:id="rId6"/>
    <p:sldId id="397" r:id="rId7"/>
    <p:sldId id="38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332F03-5B2C-3CBD-C6D8-17CC7716A30D}" v="181" dt="2025-07-25T07:56:27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 JONG LEE" userId="d5e9c3597b4f1658" providerId="Windows Live" clId="Web-{2AF389AF-D0D5-7168-835A-AF1777FAF19E}"/>
    <pc:docChg chg="addSld delSld modSld sldOrd">
      <pc:chgData name="HYUN JONG LEE" userId="d5e9c3597b4f1658" providerId="Windows Live" clId="Web-{2AF389AF-D0D5-7168-835A-AF1777FAF19E}" dt="2025-07-18T10:18:43.793" v="162"/>
      <pc:docMkLst>
        <pc:docMk/>
      </pc:docMkLst>
      <pc:sldChg chg="del">
        <pc:chgData name="HYUN JONG LEE" userId="d5e9c3597b4f1658" providerId="Windows Live" clId="Web-{2AF389AF-D0D5-7168-835A-AF1777FAF19E}" dt="2025-07-18T09:16:32.237" v="12"/>
        <pc:sldMkLst>
          <pc:docMk/>
          <pc:sldMk cId="3104698663" sldId="258"/>
        </pc:sldMkLst>
      </pc:sldChg>
      <pc:sldChg chg="del">
        <pc:chgData name="HYUN JONG LEE" userId="d5e9c3597b4f1658" providerId="Windows Live" clId="Web-{2AF389AF-D0D5-7168-835A-AF1777FAF19E}" dt="2025-07-18T09:16:32.221" v="0"/>
        <pc:sldMkLst>
          <pc:docMk/>
          <pc:sldMk cId="2938623029" sldId="269"/>
        </pc:sldMkLst>
      </pc:sldChg>
      <pc:sldChg chg="del">
        <pc:chgData name="HYUN JONG LEE" userId="d5e9c3597b4f1658" providerId="Windows Live" clId="Web-{2AF389AF-D0D5-7168-835A-AF1777FAF19E}" dt="2025-07-18T09:16:32.237" v="11"/>
        <pc:sldMkLst>
          <pc:docMk/>
          <pc:sldMk cId="2284189342" sldId="270"/>
        </pc:sldMkLst>
      </pc:sldChg>
      <pc:sldChg chg="addSp delSp modSp">
        <pc:chgData name="HYUN JONG LEE" userId="d5e9c3597b4f1658" providerId="Windows Live" clId="Web-{2AF389AF-D0D5-7168-835A-AF1777FAF19E}" dt="2025-07-18T09:26:12.577" v="90" actId="20577"/>
        <pc:sldMkLst>
          <pc:docMk/>
          <pc:sldMk cId="2210775249" sldId="271"/>
        </pc:sldMkLst>
      </pc:sldChg>
      <pc:sldChg chg="del">
        <pc:chgData name="HYUN JONG LEE" userId="d5e9c3597b4f1658" providerId="Windows Live" clId="Web-{2AF389AF-D0D5-7168-835A-AF1777FAF19E}" dt="2025-07-18T09:16:32.237" v="18"/>
        <pc:sldMkLst>
          <pc:docMk/>
          <pc:sldMk cId="920141621" sldId="272"/>
        </pc:sldMkLst>
      </pc:sldChg>
      <pc:sldChg chg="del">
        <pc:chgData name="HYUN JONG LEE" userId="d5e9c3597b4f1658" providerId="Windows Live" clId="Web-{2AF389AF-D0D5-7168-835A-AF1777FAF19E}" dt="2025-07-18T09:16:32.237" v="17"/>
        <pc:sldMkLst>
          <pc:docMk/>
          <pc:sldMk cId="4180737612" sldId="273"/>
        </pc:sldMkLst>
      </pc:sldChg>
      <pc:sldChg chg="del">
        <pc:chgData name="HYUN JONG LEE" userId="d5e9c3597b4f1658" providerId="Windows Live" clId="Web-{2AF389AF-D0D5-7168-835A-AF1777FAF19E}" dt="2025-07-18T09:16:32.237" v="16"/>
        <pc:sldMkLst>
          <pc:docMk/>
          <pc:sldMk cId="1861763141" sldId="274"/>
        </pc:sldMkLst>
      </pc:sldChg>
      <pc:sldChg chg="del">
        <pc:chgData name="HYUN JONG LEE" userId="d5e9c3597b4f1658" providerId="Windows Live" clId="Web-{2AF389AF-D0D5-7168-835A-AF1777FAF19E}" dt="2025-07-18T09:16:32.237" v="15"/>
        <pc:sldMkLst>
          <pc:docMk/>
          <pc:sldMk cId="147596992" sldId="275"/>
        </pc:sldMkLst>
      </pc:sldChg>
      <pc:sldChg chg="del">
        <pc:chgData name="HYUN JONG LEE" userId="d5e9c3597b4f1658" providerId="Windows Live" clId="Web-{2AF389AF-D0D5-7168-835A-AF1777FAF19E}" dt="2025-07-18T09:16:32.237" v="14"/>
        <pc:sldMkLst>
          <pc:docMk/>
          <pc:sldMk cId="1127752485" sldId="276"/>
        </pc:sldMkLst>
      </pc:sldChg>
      <pc:sldChg chg="del">
        <pc:chgData name="HYUN JONG LEE" userId="d5e9c3597b4f1658" providerId="Windows Live" clId="Web-{2AF389AF-D0D5-7168-835A-AF1777FAF19E}" dt="2025-07-18T09:16:32.237" v="13"/>
        <pc:sldMkLst>
          <pc:docMk/>
          <pc:sldMk cId="871166633" sldId="277"/>
        </pc:sldMkLst>
      </pc:sldChg>
      <pc:sldChg chg="del">
        <pc:chgData name="HYUN JONG LEE" userId="d5e9c3597b4f1658" providerId="Windows Live" clId="Web-{2AF389AF-D0D5-7168-835A-AF1777FAF19E}" dt="2025-07-18T09:16:32.237" v="8"/>
        <pc:sldMkLst>
          <pc:docMk/>
          <pc:sldMk cId="3173469341" sldId="278"/>
        </pc:sldMkLst>
      </pc:sldChg>
      <pc:sldChg chg="del">
        <pc:chgData name="HYUN JONG LEE" userId="d5e9c3597b4f1658" providerId="Windows Live" clId="Web-{2AF389AF-D0D5-7168-835A-AF1777FAF19E}" dt="2025-07-18T09:16:32.221" v="7"/>
        <pc:sldMkLst>
          <pc:docMk/>
          <pc:sldMk cId="4162868055" sldId="279"/>
        </pc:sldMkLst>
      </pc:sldChg>
      <pc:sldChg chg="del">
        <pc:chgData name="HYUN JONG LEE" userId="d5e9c3597b4f1658" providerId="Windows Live" clId="Web-{2AF389AF-D0D5-7168-835A-AF1777FAF19E}" dt="2025-07-18T09:16:32.221" v="6"/>
        <pc:sldMkLst>
          <pc:docMk/>
          <pc:sldMk cId="2105850114" sldId="280"/>
        </pc:sldMkLst>
      </pc:sldChg>
      <pc:sldChg chg="del">
        <pc:chgData name="HYUN JONG LEE" userId="d5e9c3597b4f1658" providerId="Windows Live" clId="Web-{2AF389AF-D0D5-7168-835A-AF1777FAF19E}" dt="2025-07-18T09:16:32.237" v="10"/>
        <pc:sldMkLst>
          <pc:docMk/>
          <pc:sldMk cId="4157042910" sldId="281"/>
        </pc:sldMkLst>
      </pc:sldChg>
      <pc:sldChg chg="del">
        <pc:chgData name="HYUN JONG LEE" userId="d5e9c3597b4f1658" providerId="Windows Live" clId="Web-{2AF389AF-D0D5-7168-835A-AF1777FAF19E}" dt="2025-07-18T09:16:32.237" v="9"/>
        <pc:sldMkLst>
          <pc:docMk/>
          <pc:sldMk cId="99049443" sldId="283"/>
        </pc:sldMkLst>
      </pc:sldChg>
      <pc:sldChg chg="del">
        <pc:chgData name="HYUN JONG LEE" userId="d5e9c3597b4f1658" providerId="Windows Live" clId="Web-{2AF389AF-D0D5-7168-835A-AF1777FAF19E}" dt="2025-07-18T09:16:32.221" v="3"/>
        <pc:sldMkLst>
          <pc:docMk/>
          <pc:sldMk cId="1288358951" sldId="284"/>
        </pc:sldMkLst>
      </pc:sldChg>
      <pc:sldChg chg="del">
        <pc:chgData name="HYUN JONG LEE" userId="d5e9c3597b4f1658" providerId="Windows Live" clId="Web-{2AF389AF-D0D5-7168-835A-AF1777FAF19E}" dt="2025-07-18T09:16:32.221" v="2"/>
        <pc:sldMkLst>
          <pc:docMk/>
          <pc:sldMk cId="3146392362" sldId="285"/>
        </pc:sldMkLst>
      </pc:sldChg>
      <pc:sldChg chg="del">
        <pc:chgData name="HYUN JONG LEE" userId="d5e9c3597b4f1658" providerId="Windows Live" clId="Web-{2AF389AF-D0D5-7168-835A-AF1777FAF19E}" dt="2025-07-18T09:16:32.221" v="1"/>
        <pc:sldMkLst>
          <pc:docMk/>
          <pc:sldMk cId="3241657958" sldId="286"/>
        </pc:sldMkLst>
      </pc:sldChg>
      <pc:sldChg chg="del">
        <pc:chgData name="HYUN JONG LEE" userId="d5e9c3597b4f1658" providerId="Windows Live" clId="Web-{2AF389AF-D0D5-7168-835A-AF1777FAF19E}" dt="2025-07-18T09:16:32.221" v="4"/>
        <pc:sldMkLst>
          <pc:docMk/>
          <pc:sldMk cId="2575759475" sldId="287"/>
        </pc:sldMkLst>
      </pc:sldChg>
      <pc:sldChg chg="modSp">
        <pc:chgData name="HYUN JONG LEE" userId="d5e9c3597b4f1658" providerId="Windows Live" clId="Web-{2AF389AF-D0D5-7168-835A-AF1777FAF19E}" dt="2025-07-18T09:16:49.190" v="25" actId="20577"/>
        <pc:sldMkLst>
          <pc:docMk/>
          <pc:sldMk cId="813717488" sldId="310"/>
        </pc:sldMkLst>
        <pc:spChg chg="mod">
          <ac:chgData name="HYUN JONG LEE" userId="d5e9c3597b4f1658" providerId="Windows Live" clId="Web-{2AF389AF-D0D5-7168-835A-AF1777FAF19E}" dt="2025-07-18T09:16:49.190" v="25" actId="20577"/>
          <ac:spMkLst>
            <pc:docMk/>
            <pc:sldMk cId="813717488" sldId="310"/>
            <ac:spMk id="3" creationId="{9E512D6E-9639-3D78-A2A0-4873A9F80F1F}"/>
          </ac:spMkLst>
        </pc:spChg>
      </pc:sldChg>
      <pc:sldChg chg="del">
        <pc:chgData name="HYUN JONG LEE" userId="d5e9c3597b4f1658" providerId="Windows Live" clId="Web-{2AF389AF-D0D5-7168-835A-AF1777FAF19E}" dt="2025-07-18T09:16:32.221" v="5"/>
        <pc:sldMkLst>
          <pc:docMk/>
          <pc:sldMk cId="65004942" sldId="311"/>
        </pc:sldMkLst>
      </pc:sldChg>
      <pc:sldChg chg="addSp modSp add replId">
        <pc:chgData name="HYUN JONG LEE" userId="d5e9c3597b4f1658" providerId="Windows Live" clId="Web-{2AF389AF-D0D5-7168-835A-AF1777FAF19E}" dt="2025-07-18T09:49:36.092" v="160" actId="20577"/>
        <pc:sldMkLst>
          <pc:docMk/>
          <pc:sldMk cId="2990695386" sldId="311"/>
        </pc:sldMkLst>
      </pc:sldChg>
      <pc:sldChg chg="addSp modSp add replId">
        <pc:chgData name="HYUN JONG LEE" userId="d5e9c3597b4f1658" providerId="Windows Live" clId="Web-{2AF389AF-D0D5-7168-835A-AF1777FAF19E}" dt="2025-07-18T10:18:43.793" v="162"/>
        <pc:sldMkLst>
          <pc:docMk/>
          <pc:sldMk cId="2960349146" sldId="312"/>
        </pc:sldMkLst>
      </pc:sldChg>
      <pc:sldChg chg="addSp modSp add ord replId">
        <pc:chgData name="HYUN JONG LEE" userId="d5e9c3597b4f1658" providerId="Windows Live" clId="Web-{2AF389AF-D0D5-7168-835A-AF1777FAF19E}" dt="2025-07-18T09:49:38.904" v="161" actId="20577"/>
        <pc:sldMkLst>
          <pc:docMk/>
          <pc:sldMk cId="3989768937" sldId="313"/>
        </pc:sldMkLst>
      </pc:sldChg>
      <pc:sldChg chg="add replId">
        <pc:chgData name="HYUN JONG LEE" userId="d5e9c3597b4f1658" providerId="Windows Live" clId="Web-{2AF389AF-D0D5-7168-835A-AF1777FAF19E}" dt="2025-07-18T09:17:12.159" v="30"/>
        <pc:sldMkLst>
          <pc:docMk/>
          <pc:sldMk cId="3973748320" sldId="314"/>
        </pc:sldMkLst>
      </pc:sldChg>
      <pc:sldChg chg="add replId">
        <pc:chgData name="HYUN JONG LEE" userId="d5e9c3597b4f1658" providerId="Windows Live" clId="Web-{2AF389AF-D0D5-7168-835A-AF1777FAF19E}" dt="2025-07-18T09:17:12.175" v="31"/>
        <pc:sldMkLst>
          <pc:docMk/>
          <pc:sldMk cId="897858435" sldId="315"/>
        </pc:sldMkLst>
      </pc:sldChg>
      <pc:sldChg chg="add replId">
        <pc:chgData name="HYUN JONG LEE" userId="d5e9c3597b4f1658" providerId="Windows Live" clId="Web-{2AF389AF-D0D5-7168-835A-AF1777FAF19E}" dt="2025-07-18T09:17:12.175" v="32"/>
        <pc:sldMkLst>
          <pc:docMk/>
          <pc:sldMk cId="2108997527" sldId="316"/>
        </pc:sldMkLst>
      </pc:sldChg>
      <pc:sldChg chg="add replId">
        <pc:chgData name="HYUN JONG LEE" userId="d5e9c3597b4f1658" providerId="Windows Live" clId="Web-{2AF389AF-D0D5-7168-835A-AF1777FAF19E}" dt="2025-07-18T09:17:12.191" v="33"/>
        <pc:sldMkLst>
          <pc:docMk/>
          <pc:sldMk cId="4104574495" sldId="317"/>
        </pc:sldMkLst>
      </pc:sldChg>
      <pc:sldChg chg="add replId">
        <pc:chgData name="HYUN JONG LEE" userId="d5e9c3597b4f1658" providerId="Windows Live" clId="Web-{2AF389AF-D0D5-7168-835A-AF1777FAF19E}" dt="2025-07-18T09:17:17.394" v="34"/>
        <pc:sldMkLst>
          <pc:docMk/>
          <pc:sldMk cId="170141488" sldId="318"/>
        </pc:sldMkLst>
      </pc:sldChg>
      <pc:sldChg chg="add replId">
        <pc:chgData name="HYUN JONG LEE" userId="d5e9c3597b4f1658" providerId="Windows Live" clId="Web-{2AF389AF-D0D5-7168-835A-AF1777FAF19E}" dt="2025-07-18T09:17:17.394" v="35"/>
        <pc:sldMkLst>
          <pc:docMk/>
          <pc:sldMk cId="3372076003" sldId="319"/>
        </pc:sldMkLst>
      </pc:sldChg>
      <pc:sldChg chg="add replId">
        <pc:chgData name="HYUN JONG LEE" userId="d5e9c3597b4f1658" providerId="Windows Live" clId="Web-{2AF389AF-D0D5-7168-835A-AF1777FAF19E}" dt="2025-07-18T09:17:17.410" v="36"/>
        <pc:sldMkLst>
          <pc:docMk/>
          <pc:sldMk cId="970605795" sldId="320"/>
        </pc:sldMkLst>
      </pc:sldChg>
      <pc:sldChg chg="add replId">
        <pc:chgData name="HYUN JONG LEE" userId="d5e9c3597b4f1658" providerId="Windows Live" clId="Web-{2AF389AF-D0D5-7168-835A-AF1777FAF19E}" dt="2025-07-18T09:17:17.410" v="37"/>
        <pc:sldMkLst>
          <pc:docMk/>
          <pc:sldMk cId="4035305479" sldId="321"/>
        </pc:sldMkLst>
      </pc:sldChg>
      <pc:sldChg chg="add replId">
        <pc:chgData name="HYUN JONG LEE" userId="d5e9c3597b4f1658" providerId="Windows Live" clId="Web-{2AF389AF-D0D5-7168-835A-AF1777FAF19E}" dt="2025-07-18T09:17:17.425" v="38"/>
        <pc:sldMkLst>
          <pc:docMk/>
          <pc:sldMk cId="886938873" sldId="322"/>
        </pc:sldMkLst>
      </pc:sldChg>
      <pc:sldChg chg="add replId">
        <pc:chgData name="HYUN JONG LEE" userId="d5e9c3597b4f1658" providerId="Windows Live" clId="Web-{2AF389AF-D0D5-7168-835A-AF1777FAF19E}" dt="2025-07-18T09:17:17.425" v="39"/>
        <pc:sldMkLst>
          <pc:docMk/>
          <pc:sldMk cId="94505350" sldId="323"/>
        </pc:sldMkLst>
      </pc:sldChg>
      <pc:sldChg chg="add replId">
        <pc:chgData name="HYUN JONG LEE" userId="d5e9c3597b4f1658" providerId="Windows Live" clId="Web-{2AF389AF-D0D5-7168-835A-AF1777FAF19E}" dt="2025-07-18T09:17:17.441" v="40"/>
        <pc:sldMkLst>
          <pc:docMk/>
          <pc:sldMk cId="1546680556" sldId="324"/>
        </pc:sldMkLst>
      </pc:sldChg>
      <pc:sldChg chg="add replId">
        <pc:chgData name="HYUN JONG LEE" userId="d5e9c3597b4f1658" providerId="Windows Live" clId="Web-{2AF389AF-D0D5-7168-835A-AF1777FAF19E}" dt="2025-07-18T09:17:17.441" v="41"/>
        <pc:sldMkLst>
          <pc:docMk/>
          <pc:sldMk cId="4758557" sldId="325"/>
        </pc:sldMkLst>
      </pc:sldChg>
    </pc:docChg>
  </pc:docChgLst>
  <pc:docChgLst>
    <pc:chgData name="LEE HYUN JONG" userId="d5e9c3597b4f1658" providerId="Windows Live" clId="Web-{648384FB-E2E4-400E-BF06-F5D24ACBA32E}"/>
    <pc:docChg chg="modSld">
      <pc:chgData name="LEE HYUN JONG" userId="d5e9c3597b4f1658" providerId="Windows Live" clId="Web-{648384FB-E2E4-400E-BF06-F5D24ACBA32E}" dt="2024-07-26T05:43:39.587" v="0" actId="20577"/>
      <pc:docMkLst>
        <pc:docMk/>
      </pc:docMkLst>
      <pc:sldChg chg="modSp">
        <pc:chgData name="LEE HYUN JONG" userId="d5e9c3597b4f1658" providerId="Windows Live" clId="Web-{648384FB-E2E4-400E-BF06-F5D24ACBA32E}" dt="2024-07-26T05:43:39.587" v="0" actId="20577"/>
        <pc:sldMkLst>
          <pc:docMk/>
          <pc:sldMk cId="3569210928" sldId="256"/>
        </pc:sldMkLst>
      </pc:sldChg>
    </pc:docChg>
  </pc:docChgLst>
  <pc:docChgLst>
    <pc:chgData name="LEE HYUN JONG" userId="d5e9c3597b4f1658" providerId="Windows Live" clId="Web-{01264861-1BDB-4BD3-B994-E5C9B011667C}"/>
    <pc:docChg chg="delSld modSld">
      <pc:chgData name="LEE HYUN JONG" userId="d5e9c3597b4f1658" providerId="Windows Live" clId="Web-{01264861-1BDB-4BD3-B994-E5C9B011667C}" dt="2024-07-26T05:42:49.533" v="23"/>
      <pc:docMkLst>
        <pc:docMk/>
      </pc:docMkLst>
      <pc:sldChg chg="modSp">
        <pc:chgData name="LEE HYUN JONG" userId="d5e9c3597b4f1658" providerId="Windows Live" clId="Web-{01264861-1BDB-4BD3-B994-E5C9B011667C}" dt="2024-07-26T05:42:11.688" v="1" actId="20577"/>
        <pc:sldMkLst>
          <pc:docMk/>
          <pc:sldMk cId="3569210928" sldId="256"/>
        </pc:sldMkLst>
      </pc:sldChg>
      <pc:sldChg chg="del">
        <pc:chgData name="LEE HYUN JONG" userId="d5e9c3597b4f1658" providerId="Windows Live" clId="Web-{01264861-1BDB-4BD3-B994-E5C9B011667C}" dt="2024-07-26T05:42:21.829" v="2"/>
        <pc:sldMkLst>
          <pc:docMk/>
          <pc:sldMk cId="3827241726" sldId="257"/>
        </pc:sldMkLst>
      </pc:sldChg>
      <pc:sldChg chg="modSp">
        <pc:chgData name="LEE HYUN JONG" userId="d5e9c3597b4f1658" providerId="Windows Live" clId="Web-{01264861-1BDB-4BD3-B994-E5C9B011667C}" dt="2024-07-26T05:42:46.126" v="13" actId="20577"/>
        <pc:sldMkLst>
          <pc:docMk/>
          <pc:sldMk cId="3104698663" sldId="258"/>
        </pc:sldMkLst>
      </pc:sldChg>
      <pc:sldChg chg="del">
        <pc:chgData name="LEE HYUN JONG" userId="d5e9c3597b4f1658" providerId="Windows Live" clId="Web-{01264861-1BDB-4BD3-B994-E5C9B011667C}" dt="2024-07-26T05:42:49.533" v="23"/>
        <pc:sldMkLst>
          <pc:docMk/>
          <pc:sldMk cId="3118821301" sldId="259"/>
        </pc:sldMkLst>
      </pc:sldChg>
      <pc:sldChg chg="del">
        <pc:chgData name="LEE HYUN JONG" userId="d5e9c3597b4f1658" providerId="Windows Live" clId="Web-{01264861-1BDB-4BD3-B994-E5C9B011667C}" dt="2024-07-26T05:42:49.533" v="21"/>
        <pc:sldMkLst>
          <pc:docMk/>
          <pc:sldMk cId="3825237573" sldId="260"/>
        </pc:sldMkLst>
      </pc:sldChg>
      <pc:sldChg chg="del">
        <pc:chgData name="LEE HYUN JONG" userId="d5e9c3597b4f1658" providerId="Windows Live" clId="Web-{01264861-1BDB-4BD3-B994-E5C9B011667C}" dt="2024-07-26T05:42:49.533" v="22"/>
        <pc:sldMkLst>
          <pc:docMk/>
          <pc:sldMk cId="175715229" sldId="261"/>
        </pc:sldMkLst>
      </pc:sldChg>
      <pc:sldChg chg="del">
        <pc:chgData name="LEE HYUN JONG" userId="d5e9c3597b4f1658" providerId="Windows Live" clId="Web-{01264861-1BDB-4BD3-B994-E5C9B011667C}" dt="2024-07-26T05:42:49.533" v="20"/>
        <pc:sldMkLst>
          <pc:docMk/>
          <pc:sldMk cId="3035015122" sldId="262"/>
        </pc:sldMkLst>
      </pc:sldChg>
      <pc:sldChg chg="del">
        <pc:chgData name="LEE HYUN JONG" userId="d5e9c3597b4f1658" providerId="Windows Live" clId="Web-{01264861-1BDB-4BD3-B994-E5C9B011667C}" dt="2024-07-26T05:42:49.533" v="19"/>
        <pc:sldMkLst>
          <pc:docMk/>
          <pc:sldMk cId="1211797845" sldId="263"/>
        </pc:sldMkLst>
      </pc:sldChg>
      <pc:sldChg chg="del">
        <pc:chgData name="LEE HYUN JONG" userId="d5e9c3597b4f1658" providerId="Windows Live" clId="Web-{01264861-1BDB-4BD3-B994-E5C9B011667C}" dt="2024-07-26T05:42:49.533" v="18"/>
        <pc:sldMkLst>
          <pc:docMk/>
          <pc:sldMk cId="2481277477" sldId="264"/>
        </pc:sldMkLst>
      </pc:sldChg>
      <pc:sldChg chg="del">
        <pc:chgData name="LEE HYUN JONG" userId="d5e9c3597b4f1658" providerId="Windows Live" clId="Web-{01264861-1BDB-4BD3-B994-E5C9B011667C}" dt="2024-07-26T05:42:49.533" v="17"/>
        <pc:sldMkLst>
          <pc:docMk/>
          <pc:sldMk cId="3754441800" sldId="265"/>
        </pc:sldMkLst>
      </pc:sldChg>
      <pc:sldChg chg="del">
        <pc:chgData name="LEE HYUN JONG" userId="d5e9c3597b4f1658" providerId="Windows Live" clId="Web-{01264861-1BDB-4BD3-B994-E5C9B011667C}" dt="2024-07-26T05:42:49.533" v="16"/>
        <pc:sldMkLst>
          <pc:docMk/>
          <pc:sldMk cId="2876676925" sldId="266"/>
        </pc:sldMkLst>
      </pc:sldChg>
      <pc:sldChg chg="del">
        <pc:chgData name="LEE HYUN JONG" userId="d5e9c3597b4f1658" providerId="Windows Live" clId="Web-{01264861-1BDB-4BD3-B994-E5C9B011667C}" dt="2024-07-26T05:42:49.533" v="15"/>
        <pc:sldMkLst>
          <pc:docMk/>
          <pc:sldMk cId="1979328867" sldId="267"/>
        </pc:sldMkLst>
      </pc:sldChg>
      <pc:sldChg chg="del">
        <pc:chgData name="LEE HYUN JONG" userId="d5e9c3597b4f1658" providerId="Windows Live" clId="Web-{01264861-1BDB-4BD3-B994-E5C9B011667C}" dt="2024-07-26T05:42:49.533" v="14"/>
        <pc:sldMkLst>
          <pc:docMk/>
          <pc:sldMk cId="3642191087" sldId="268"/>
        </pc:sldMkLst>
      </pc:sldChg>
    </pc:docChg>
  </pc:docChgLst>
  <pc:docChgLst>
    <pc:chgData name="HYUN JONG LEE" userId="d5e9c3597b4f1658" providerId="Windows Live" clId="Web-{77332F03-5B2C-3CBD-C6D8-17CC7716A30D}"/>
    <pc:docChg chg="addSld delSld modSld">
      <pc:chgData name="HYUN JONG LEE" userId="d5e9c3597b4f1658" providerId="Windows Live" clId="Web-{77332F03-5B2C-3CBD-C6D8-17CC7716A30D}" dt="2025-07-25T07:56:27.218" v="139" actId="14100"/>
      <pc:docMkLst>
        <pc:docMk/>
      </pc:docMkLst>
      <pc:sldChg chg="modSp">
        <pc:chgData name="HYUN JONG LEE" userId="d5e9c3597b4f1658" providerId="Windows Live" clId="Web-{77332F03-5B2C-3CBD-C6D8-17CC7716A30D}" dt="2025-07-25T07:32:14.121" v="2" actId="20577"/>
        <pc:sldMkLst>
          <pc:docMk/>
          <pc:sldMk cId="813717488" sldId="310"/>
        </pc:sldMkLst>
        <pc:spChg chg="mod">
          <ac:chgData name="HYUN JONG LEE" userId="d5e9c3597b4f1658" providerId="Windows Live" clId="Web-{77332F03-5B2C-3CBD-C6D8-17CC7716A30D}" dt="2025-07-25T07:32:14.121" v="2" actId="20577"/>
          <ac:spMkLst>
            <pc:docMk/>
            <pc:sldMk cId="813717488" sldId="310"/>
            <ac:spMk id="3" creationId="{9E512D6E-9639-3D78-A2A0-4873A9F80F1F}"/>
          </ac:spMkLst>
        </pc:spChg>
      </pc:sldChg>
      <pc:sldChg chg="del">
        <pc:chgData name="HYUN JONG LEE" userId="d5e9c3597b4f1658" providerId="Windows Live" clId="Web-{77332F03-5B2C-3CBD-C6D8-17CC7716A30D}" dt="2025-07-25T07:32:07.699" v="0"/>
        <pc:sldMkLst>
          <pc:docMk/>
          <pc:sldMk cId="2990695386" sldId="311"/>
        </pc:sldMkLst>
      </pc:sldChg>
      <pc:sldChg chg="addSp modSp">
        <pc:chgData name="HYUN JONG LEE" userId="d5e9c3597b4f1658" providerId="Windows Live" clId="Web-{77332F03-5B2C-3CBD-C6D8-17CC7716A30D}" dt="2025-07-25T07:51:25.426" v="85" actId="20577"/>
        <pc:sldMkLst>
          <pc:docMk/>
          <pc:sldMk cId="3973748320" sldId="314"/>
        </pc:sldMkLst>
        <pc:spChg chg="mod">
          <ac:chgData name="HYUN JONG LEE" userId="d5e9c3597b4f1658" providerId="Windows Live" clId="Web-{77332F03-5B2C-3CBD-C6D8-17CC7716A30D}" dt="2025-07-25T07:51:25.426" v="85" actId="20577"/>
          <ac:spMkLst>
            <pc:docMk/>
            <pc:sldMk cId="3973748320" sldId="314"/>
            <ac:spMk id="4" creationId="{1E3C80EB-394F-65B8-BCAF-0DC8DA1714CE}"/>
          </ac:spMkLst>
        </pc:spChg>
        <pc:picChg chg="add mod">
          <ac:chgData name="HYUN JONG LEE" userId="d5e9c3597b4f1658" providerId="Windows Live" clId="Web-{77332F03-5B2C-3CBD-C6D8-17CC7716A30D}" dt="2025-07-25T07:45:43.774" v="56" actId="1076"/>
          <ac:picMkLst>
            <pc:docMk/>
            <pc:sldMk cId="3973748320" sldId="314"/>
            <ac:picMk id="2" creationId="{BBA21B29-F9F7-CEC6-E476-951AC23EC370}"/>
          </ac:picMkLst>
        </pc:picChg>
        <pc:picChg chg="add mod">
          <ac:chgData name="HYUN JONG LEE" userId="d5e9c3597b4f1658" providerId="Windows Live" clId="Web-{77332F03-5B2C-3CBD-C6D8-17CC7716A30D}" dt="2025-07-25T07:46:24.838" v="62" actId="1076"/>
          <ac:picMkLst>
            <pc:docMk/>
            <pc:sldMk cId="3973748320" sldId="314"/>
            <ac:picMk id="5" creationId="{A1DAAA94-4269-5055-A264-41005D4BE08A}"/>
          </ac:picMkLst>
        </pc:picChg>
        <pc:picChg chg="add mod">
          <ac:chgData name="HYUN JONG LEE" userId="d5e9c3597b4f1658" providerId="Windows Live" clId="Web-{77332F03-5B2C-3CBD-C6D8-17CC7716A30D}" dt="2025-07-25T07:47:19.965" v="67" actId="1076"/>
          <ac:picMkLst>
            <pc:docMk/>
            <pc:sldMk cId="3973748320" sldId="314"/>
            <ac:picMk id="6" creationId="{11C1280F-CA04-E456-4EDA-A25ADE545DCF}"/>
          </ac:picMkLst>
        </pc:picChg>
      </pc:sldChg>
      <pc:sldChg chg="addSp modSp">
        <pc:chgData name="HYUN JONG LEE" userId="d5e9c3597b4f1658" providerId="Windows Live" clId="Web-{77332F03-5B2C-3CBD-C6D8-17CC7716A30D}" dt="2025-07-25T07:51:19.988" v="83" actId="20577"/>
        <pc:sldMkLst>
          <pc:docMk/>
          <pc:sldMk cId="897858435" sldId="315"/>
        </pc:sldMkLst>
        <pc:spChg chg="mod">
          <ac:chgData name="HYUN JONG LEE" userId="d5e9c3597b4f1658" providerId="Windows Live" clId="Web-{77332F03-5B2C-3CBD-C6D8-17CC7716A30D}" dt="2025-07-25T07:51:19.988" v="83" actId="20577"/>
          <ac:spMkLst>
            <pc:docMk/>
            <pc:sldMk cId="897858435" sldId="315"/>
            <ac:spMk id="4" creationId="{6DC7BB61-3049-0CC3-E609-60BB13F9E363}"/>
          </ac:spMkLst>
        </pc:spChg>
        <pc:picChg chg="add mod">
          <ac:chgData name="HYUN JONG LEE" userId="d5e9c3597b4f1658" providerId="Windows Live" clId="Web-{77332F03-5B2C-3CBD-C6D8-17CC7716A30D}" dt="2025-07-25T07:41:33.140" v="45" actId="1076"/>
          <ac:picMkLst>
            <pc:docMk/>
            <pc:sldMk cId="897858435" sldId="315"/>
            <ac:picMk id="2" creationId="{C25FAE63-0330-BA67-4244-CCAAFA348129}"/>
          </ac:picMkLst>
        </pc:picChg>
        <pc:picChg chg="add mod">
          <ac:chgData name="HYUN JONG LEE" userId="d5e9c3597b4f1658" providerId="Windows Live" clId="Web-{77332F03-5B2C-3CBD-C6D8-17CC7716A30D}" dt="2025-07-25T07:43:47.192" v="48" actId="1076"/>
          <ac:picMkLst>
            <pc:docMk/>
            <pc:sldMk cId="897858435" sldId="315"/>
            <ac:picMk id="5" creationId="{F8C4FE5C-EDEA-D3F5-55D9-F38130942EF8}"/>
          </ac:picMkLst>
        </pc:picChg>
        <pc:picChg chg="add mod">
          <ac:chgData name="HYUN JONG LEE" userId="d5e9c3597b4f1658" providerId="Windows Live" clId="Web-{77332F03-5B2C-3CBD-C6D8-17CC7716A30D}" dt="2025-07-25T07:45:06.179" v="52" actId="1076"/>
          <ac:picMkLst>
            <pc:docMk/>
            <pc:sldMk cId="897858435" sldId="315"/>
            <ac:picMk id="6" creationId="{87781CB1-4662-4DBB-A4AB-B53325EED470}"/>
          </ac:picMkLst>
        </pc:picChg>
      </pc:sldChg>
      <pc:sldChg chg="addSp delSp modSp">
        <pc:chgData name="HYUN JONG LEE" userId="d5e9c3597b4f1658" providerId="Windows Live" clId="Web-{77332F03-5B2C-3CBD-C6D8-17CC7716A30D}" dt="2025-07-25T07:40:12.684" v="41" actId="1076"/>
        <pc:sldMkLst>
          <pc:docMk/>
          <pc:sldMk cId="2108997527" sldId="316"/>
        </pc:sldMkLst>
        <pc:spChg chg="mod">
          <ac:chgData name="HYUN JONG LEE" userId="d5e9c3597b4f1658" providerId="Windows Live" clId="Web-{77332F03-5B2C-3CBD-C6D8-17CC7716A30D}" dt="2025-07-25T07:33:34.655" v="15" actId="20577"/>
          <ac:spMkLst>
            <pc:docMk/>
            <pc:sldMk cId="2108997527" sldId="316"/>
            <ac:spMk id="4" creationId="{A2E40E29-62B8-D6DF-E49B-84BDC35C9329}"/>
          </ac:spMkLst>
        </pc:spChg>
        <pc:picChg chg="add del mod">
          <ac:chgData name="HYUN JONG LEE" userId="d5e9c3597b4f1658" providerId="Windows Live" clId="Web-{77332F03-5B2C-3CBD-C6D8-17CC7716A30D}" dt="2025-07-25T07:37:44.992" v="26"/>
          <ac:picMkLst>
            <pc:docMk/>
            <pc:sldMk cId="2108997527" sldId="316"/>
            <ac:picMk id="2" creationId="{3FDC35AB-B81A-5C8F-A8C6-50C69668EFCC}"/>
          </ac:picMkLst>
        </pc:picChg>
        <pc:picChg chg="add mod">
          <ac:chgData name="HYUN JONG LEE" userId="d5e9c3597b4f1658" providerId="Windows Live" clId="Web-{77332F03-5B2C-3CBD-C6D8-17CC7716A30D}" dt="2025-07-25T07:40:12.684" v="41" actId="1076"/>
          <ac:picMkLst>
            <pc:docMk/>
            <pc:sldMk cId="2108997527" sldId="316"/>
            <ac:picMk id="5" creationId="{BA6B904A-B50F-935C-2681-2794A076255B}"/>
          </ac:picMkLst>
        </pc:picChg>
        <pc:picChg chg="add mod">
          <ac:chgData name="HYUN JONG LEE" userId="d5e9c3597b4f1658" providerId="Windows Live" clId="Web-{77332F03-5B2C-3CBD-C6D8-17CC7716A30D}" dt="2025-07-25T07:40:12.684" v="40" actId="1076"/>
          <ac:picMkLst>
            <pc:docMk/>
            <pc:sldMk cId="2108997527" sldId="316"/>
            <ac:picMk id="6" creationId="{6C5C0378-24C0-F0CC-90B6-333917D7EC64}"/>
          </ac:picMkLst>
        </pc:picChg>
      </pc:sldChg>
      <pc:sldChg chg="addSp delSp modSp">
        <pc:chgData name="HYUN JONG LEE" userId="d5e9c3597b4f1658" providerId="Windows Live" clId="Web-{77332F03-5B2C-3CBD-C6D8-17CC7716A30D}" dt="2025-07-25T07:38:03.914" v="29" actId="14100"/>
        <pc:sldMkLst>
          <pc:docMk/>
          <pc:sldMk cId="4104574495" sldId="317"/>
        </pc:sldMkLst>
        <pc:spChg chg="mod">
          <ac:chgData name="HYUN JONG LEE" userId="d5e9c3597b4f1658" providerId="Windows Live" clId="Web-{77332F03-5B2C-3CBD-C6D8-17CC7716A30D}" dt="2025-07-25T07:32:31.700" v="7" actId="20577"/>
          <ac:spMkLst>
            <pc:docMk/>
            <pc:sldMk cId="4104574495" sldId="317"/>
            <ac:spMk id="4" creationId="{198FEDCA-C431-88E6-1A3B-64DFE95BC5A0}"/>
          </ac:spMkLst>
        </pc:spChg>
        <pc:picChg chg="add del mod">
          <ac:chgData name="HYUN JONG LEE" userId="d5e9c3597b4f1658" providerId="Windows Live" clId="Web-{77332F03-5B2C-3CBD-C6D8-17CC7716A30D}" dt="2025-07-25T07:37:08.303" v="20"/>
          <ac:picMkLst>
            <pc:docMk/>
            <pc:sldMk cId="4104574495" sldId="317"/>
            <ac:picMk id="2" creationId="{CD16C050-D278-C744-59B3-2305776CB692}"/>
          </ac:picMkLst>
        </pc:picChg>
        <pc:picChg chg="add mod">
          <ac:chgData name="HYUN JONG LEE" userId="d5e9c3597b4f1658" providerId="Windows Live" clId="Web-{77332F03-5B2C-3CBD-C6D8-17CC7716A30D}" dt="2025-07-25T07:37:41.320" v="25" actId="1076"/>
          <ac:picMkLst>
            <pc:docMk/>
            <pc:sldMk cId="4104574495" sldId="317"/>
            <ac:picMk id="5" creationId="{8C41EC1F-8AEE-A106-115A-2BFEA5AF4786}"/>
          </ac:picMkLst>
        </pc:picChg>
        <pc:picChg chg="add mod">
          <ac:chgData name="HYUN JONG LEE" userId="d5e9c3597b4f1658" providerId="Windows Live" clId="Web-{77332F03-5B2C-3CBD-C6D8-17CC7716A30D}" dt="2025-07-25T07:38:03.914" v="29" actId="14100"/>
          <ac:picMkLst>
            <pc:docMk/>
            <pc:sldMk cId="4104574495" sldId="317"/>
            <ac:picMk id="6" creationId="{EE53FB22-76FE-06C0-C9D2-B546D80C16C2}"/>
          </ac:picMkLst>
        </pc:picChg>
      </pc:sldChg>
      <pc:sldChg chg="addSp modSp">
        <pc:chgData name="HYUN JONG LEE" userId="d5e9c3597b4f1658" providerId="Windows Live" clId="Web-{77332F03-5B2C-3CBD-C6D8-17CC7716A30D}" dt="2025-07-25T07:56:27.218" v="139" actId="14100"/>
        <pc:sldMkLst>
          <pc:docMk/>
          <pc:sldMk cId="1546680556" sldId="324"/>
        </pc:sldMkLst>
        <pc:picChg chg="add mod">
          <ac:chgData name="HYUN JONG LEE" userId="d5e9c3597b4f1658" providerId="Windows Live" clId="Web-{77332F03-5B2C-3CBD-C6D8-17CC7716A30D}" dt="2025-07-25T07:55:53.076" v="135" actId="1076"/>
          <ac:picMkLst>
            <pc:docMk/>
            <pc:sldMk cId="1546680556" sldId="324"/>
            <ac:picMk id="2" creationId="{2AC8FE2C-904C-41E6-145C-1CA65CBF1A95}"/>
          </ac:picMkLst>
        </pc:picChg>
        <pc:picChg chg="add mod">
          <ac:chgData name="HYUN JONG LEE" userId="d5e9c3597b4f1658" providerId="Windows Live" clId="Web-{77332F03-5B2C-3CBD-C6D8-17CC7716A30D}" dt="2025-07-25T07:56:27.218" v="139" actId="14100"/>
          <ac:picMkLst>
            <pc:docMk/>
            <pc:sldMk cId="1546680556" sldId="324"/>
            <ac:picMk id="5" creationId="{740C3631-A2F9-340E-A2B7-B4004E4A00D6}"/>
          </ac:picMkLst>
        </pc:picChg>
      </pc:sldChg>
      <pc:sldChg chg="addSp modSp">
        <pc:chgData name="HYUN JONG LEE" userId="d5e9c3597b4f1658" providerId="Windows Live" clId="Web-{77332F03-5B2C-3CBD-C6D8-17CC7716A30D}" dt="2025-07-25T07:51:31.708" v="87" actId="20577"/>
        <pc:sldMkLst>
          <pc:docMk/>
          <pc:sldMk cId="4758557" sldId="325"/>
        </pc:sldMkLst>
        <pc:spChg chg="mod">
          <ac:chgData name="HYUN JONG LEE" userId="d5e9c3597b4f1658" providerId="Windows Live" clId="Web-{77332F03-5B2C-3CBD-C6D8-17CC7716A30D}" dt="2025-07-25T07:51:31.708" v="87" actId="20577"/>
          <ac:spMkLst>
            <pc:docMk/>
            <pc:sldMk cId="4758557" sldId="325"/>
            <ac:spMk id="4" creationId="{B379E15C-D509-E410-D501-D3388051AC02}"/>
          </ac:spMkLst>
        </pc:spChg>
        <pc:picChg chg="add mod">
          <ac:chgData name="HYUN JONG LEE" userId="d5e9c3597b4f1658" providerId="Windows Live" clId="Web-{77332F03-5B2C-3CBD-C6D8-17CC7716A30D}" dt="2025-07-25T07:49:30.047" v="72" actId="1076"/>
          <ac:picMkLst>
            <pc:docMk/>
            <pc:sldMk cId="4758557" sldId="325"/>
            <ac:picMk id="2" creationId="{C8BAE85E-B617-3B2D-027C-E2F8ACE192FB}"/>
          </ac:picMkLst>
        </pc:picChg>
        <pc:picChg chg="add mod">
          <ac:chgData name="HYUN JONG LEE" userId="d5e9c3597b4f1658" providerId="Windows Live" clId="Web-{77332F03-5B2C-3CBD-C6D8-17CC7716A30D}" dt="2025-07-25T07:50:11.533" v="77" actId="14100"/>
          <ac:picMkLst>
            <pc:docMk/>
            <pc:sldMk cId="4758557" sldId="325"/>
            <ac:picMk id="5" creationId="{FC1FFA77-D510-6E94-3468-5A160DAE91BA}"/>
          </ac:picMkLst>
        </pc:picChg>
        <pc:picChg chg="add mod">
          <ac:chgData name="HYUN JONG LEE" userId="d5e9c3597b4f1658" providerId="Windows Live" clId="Web-{77332F03-5B2C-3CBD-C6D8-17CC7716A30D}" dt="2025-07-25T07:50:43.096" v="81" actId="1076"/>
          <ac:picMkLst>
            <pc:docMk/>
            <pc:sldMk cId="4758557" sldId="325"/>
            <ac:picMk id="6" creationId="{BC8F7C45-D00D-B433-1D86-CFDDA8EA59D5}"/>
          </ac:picMkLst>
        </pc:picChg>
      </pc:sldChg>
      <pc:sldChg chg="add replId">
        <pc:chgData name="HYUN JONG LEE" userId="d5e9c3597b4f1658" providerId="Windows Live" clId="Web-{77332F03-5B2C-3CBD-C6D8-17CC7716A30D}" dt="2025-07-25T07:51:46.161" v="88"/>
        <pc:sldMkLst>
          <pc:docMk/>
          <pc:sldMk cId="3823773585" sldId="326"/>
        </pc:sldMkLst>
      </pc:sldChg>
      <pc:sldChg chg="add replId">
        <pc:chgData name="HYUN JONG LEE" userId="d5e9c3597b4f1658" providerId="Windows Live" clId="Web-{77332F03-5B2C-3CBD-C6D8-17CC7716A30D}" dt="2025-07-25T07:51:46.177" v="89"/>
        <pc:sldMkLst>
          <pc:docMk/>
          <pc:sldMk cId="1828255754" sldId="327"/>
        </pc:sldMkLst>
      </pc:sldChg>
      <pc:sldChg chg="add replId">
        <pc:chgData name="HYUN JONG LEE" userId="d5e9c3597b4f1658" providerId="Windows Live" clId="Web-{77332F03-5B2C-3CBD-C6D8-17CC7716A30D}" dt="2025-07-25T07:51:46.192" v="90"/>
        <pc:sldMkLst>
          <pc:docMk/>
          <pc:sldMk cId="3514914395" sldId="328"/>
        </pc:sldMkLst>
      </pc:sldChg>
      <pc:sldChg chg="add replId">
        <pc:chgData name="HYUN JONG LEE" userId="d5e9c3597b4f1658" providerId="Windows Live" clId="Web-{77332F03-5B2C-3CBD-C6D8-17CC7716A30D}" dt="2025-07-25T07:51:46.192" v="91"/>
        <pc:sldMkLst>
          <pc:docMk/>
          <pc:sldMk cId="3309798061" sldId="329"/>
        </pc:sldMkLst>
      </pc:sldChg>
      <pc:sldChg chg="add replId">
        <pc:chgData name="HYUN JONG LEE" userId="d5e9c3597b4f1658" providerId="Windows Live" clId="Web-{77332F03-5B2C-3CBD-C6D8-17CC7716A30D}" dt="2025-07-25T07:51:46.224" v="92"/>
        <pc:sldMkLst>
          <pc:docMk/>
          <pc:sldMk cId="1242203481" sldId="330"/>
        </pc:sldMkLst>
      </pc:sldChg>
      <pc:sldChg chg="add replId">
        <pc:chgData name="HYUN JONG LEE" userId="d5e9c3597b4f1658" providerId="Windows Live" clId="Web-{77332F03-5B2C-3CBD-C6D8-17CC7716A30D}" dt="2025-07-25T07:51:46.224" v="93"/>
        <pc:sldMkLst>
          <pc:docMk/>
          <pc:sldMk cId="2752568799" sldId="331"/>
        </pc:sldMkLst>
      </pc:sldChg>
      <pc:sldChg chg="add replId">
        <pc:chgData name="HYUN JONG LEE" userId="d5e9c3597b4f1658" providerId="Windows Live" clId="Web-{77332F03-5B2C-3CBD-C6D8-17CC7716A30D}" dt="2025-07-25T07:51:46.239" v="94"/>
        <pc:sldMkLst>
          <pc:docMk/>
          <pc:sldMk cId="3525570736" sldId="332"/>
        </pc:sldMkLst>
      </pc:sldChg>
      <pc:sldChg chg="add replId">
        <pc:chgData name="HYUN JONG LEE" userId="d5e9c3597b4f1658" providerId="Windows Live" clId="Web-{77332F03-5B2C-3CBD-C6D8-17CC7716A30D}" dt="2025-07-25T07:51:55.927" v="95"/>
        <pc:sldMkLst>
          <pc:docMk/>
          <pc:sldMk cId="3039696791" sldId="333"/>
        </pc:sldMkLst>
      </pc:sldChg>
      <pc:sldChg chg="add replId">
        <pc:chgData name="HYUN JONG LEE" userId="d5e9c3597b4f1658" providerId="Windows Live" clId="Web-{77332F03-5B2C-3CBD-C6D8-17CC7716A30D}" dt="2025-07-25T07:51:55.927" v="96"/>
        <pc:sldMkLst>
          <pc:docMk/>
          <pc:sldMk cId="3525936310" sldId="334"/>
        </pc:sldMkLst>
      </pc:sldChg>
      <pc:sldChg chg="add replId">
        <pc:chgData name="HYUN JONG LEE" userId="d5e9c3597b4f1658" providerId="Windows Live" clId="Web-{77332F03-5B2C-3CBD-C6D8-17CC7716A30D}" dt="2025-07-25T07:51:55.943" v="97"/>
        <pc:sldMkLst>
          <pc:docMk/>
          <pc:sldMk cId="943055893" sldId="335"/>
        </pc:sldMkLst>
      </pc:sldChg>
      <pc:sldChg chg="add replId">
        <pc:chgData name="HYUN JONG LEE" userId="d5e9c3597b4f1658" providerId="Windows Live" clId="Web-{77332F03-5B2C-3CBD-C6D8-17CC7716A30D}" dt="2025-07-25T07:51:55.943" v="98"/>
        <pc:sldMkLst>
          <pc:docMk/>
          <pc:sldMk cId="4033697635" sldId="336"/>
        </pc:sldMkLst>
      </pc:sldChg>
      <pc:sldChg chg="add replId">
        <pc:chgData name="HYUN JONG LEE" userId="d5e9c3597b4f1658" providerId="Windows Live" clId="Web-{77332F03-5B2C-3CBD-C6D8-17CC7716A30D}" dt="2025-07-25T07:51:55.958" v="99"/>
        <pc:sldMkLst>
          <pc:docMk/>
          <pc:sldMk cId="246895148" sldId="337"/>
        </pc:sldMkLst>
      </pc:sldChg>
      <pc:sldChg chg="add replId">
        <pc:chgData name="HYUN JONG LEE" userId="d5e9c3597b4f1658" providerId="Windows Live" clId="Web-{77332F03-5B2C-3CBD-C6D8-17CC7716A30D}" dt="2025-07-25T07:51:55.974" v="100"/>
        <pc:sldMkLst>
          <pc:docMk/>
          <pc:sldMk cId="677980051" sldId="338"/>
        </pc:sldMkLst>
      </pc:sldChg>
      <pc:sldChg chg="add replId">
        <pc:chgData name="HYUN JONG LEE" userId="d5e9c3597b4f1658" providerId="Windows Live" clId="Web-{77332F03-5B2C-3CBD-C6D8-17CC7716A30D}" dt="2025-07-25T07:51:55.974" v="101"/>
        <pc:sldMkLst>
          <pc:docMk/>
          <pc:sldMk cId="902147839" sldId="339"/>
        </pc:sldMkLst>
      </pc:sldChg>
      <pc:sldChg chg="add replId">
        <pc:chgData name="HYUN JONG LEE" userId="d5e9c3597b4f1658" providerId="Windows Live" clId="Web-{77332F03-5B2C-3CBD-C6D8-17CC7716A30D}" dt="2025-07-25T07:52:04.334" v="102"/>
        <pc:sldMkLst>
          <pc:docMk/>
          <pc:sldMk cId="3711911397" sldId="340"/>
        </pc:sldMkLst>
      </pc:sldChg>
      <pc:sldChg chg="add replId">
        <pc:chgData name="HYUN JONG LEE" userId="d5e9c3597b4f1658" providerId="Windows Live" clId="Web-{77332F03-5B2C-3CBD-C6D8-17CC7716A30D}" dt="2025-07-25T07:52:04.349" v="103"/>
        <pc:sldMkLst>
          <pc:docMk/>
          <pc:sldMk cId="3084968317" sldId="341"/>
        </pc:sldMkLst>
      </pc:sldChg>
      <pc:sldChg chg="add replId">
        <pc:chgData name="HYUN JONG LEE" userId="d5e9c3597b4f1658" providerId="Windows Live" clId="Web-{77332F03-5B2C-3CBD-C6D8-17CC7716A30D}" dt="2025-07-25T07:52:04.365" v="104"/>
        <pc:sldMkLst>
          <pc:docMk/>
          <pc:sldMk cId="3877682064" sldId="342"/>
        </pc:sldMkLst>
      </pc:sldChg>
      <pc:sldChg chg="add replId">
        <pc:chgData name="HYUN JONG LEE" userId="d5e9c3597b4f1658" providerId="Windows Live" clId="Web-{77332F03-5B2C-3CBD-C6D8-17CC7716A30D}" dt="2025-07-25T07:52:04.365" v="105"/>
        <pc:sldMkLst>
          <pc:docMk/>
          <pc:sldMk cId="645700325" sldId="343"/>
        </pc:sldMkLst>
      </pc:sldChg>
      <pc:sldChg chg="add replId">
        <pc:chgData name="HYUN JONG LEE" userId="d5e9c3597b4f1658" providerId="Windows Live" clId="Web-{77332F03-5B2C-3CBD-C6D8-17CC7716A30D}" dt="2025-07-25T07:52:04.380" v="106"/>
        <pc:sldMkLst>
          <pc:docMk/>
          <pc:sldMk cId="1428616371" sldId="344"/>
        </pc:sldMkLst>
      </pc:sldChg>
      <pc:sldChg chg="add replId">
        <pc:chgData name="HYUN JONG LEE" userId="d5e9c3597b4f1658" providerId="Windows Live" clId="Web-{77332F03-5B2C-3CBD-C6D8-17CC7716A30D}" dt="2025-07-25T07:52:04.380" v="107"/>
        <pc:sldMkLst>
          <pc:docMk/>
          <pc:sldMk cId="4013329518" sldId="345"/>
        </pc:sldMkLst>
      </pc:sldChg>
      <pc:sldChg chg="add replId">
        <pc:chgData name="HYUN JONG LEE" userId="d5e9c3597b4f1658" providerId="Windows Live" clId="Web-{77332F03-5B2C-3CBD-C6D8-17CC7716A30D}" dt="2025-07-25T07:52:04.396" v="108"/>
        <pc:sldMkLst>
          <pc:docMk/>
          <pc:sldMk cId="1934416380" sldId="346"/>
        </pc:sldMkLst>
      </pc:sldChg>
      <pc:sldChg chg="add replId">
        <pc:chgData name="HYUN JONG LEE" userId="d5e9c3597b4f1658" providerId="Windows Live" clId="Web-{77332F03-5B2C-3CBD-C6D8-17CC7716A30D}" dt="2025-07-25T07:52:08.490" v="109"/>
        <pc:sldMkLst>
          <pc:docMk/>
          <pc:sldMk cId="1590155777" sldId="347"/>
        </pc:sldMkLst>
      </pc:sldChg>
      <pc:sldChg chg="add replId">
        <pc:chgData name="HYUN JONG LEE" userId="d5e9c3597b4f1658" providerId="Windows Live" clId="Web-{77332F03-5B2C-3CBD-C6D8-17CC7716A30D}" dt="2025-07-25T07:52:08.506" v="110"/>
        <pc:sldMkLst>
          <pc:docMk/>
          <pc:sldMk cId="4214740455" sldId="348"/>
        </pc:sldMkLst>
      </pc:sldChg>
      <pc:sldChg chg="add replId">
        <pc:chgData name="HYUN JONG LEE" userId="d5e9c3597b4f1658" providerId="Windows Live" clId="Web-{77332F03-5B2C-3CBD-C6D8-17CC7716A30D}" dt="2025-07-25T07:52:08.506" v="111"/>
        <pc:sldMkLst>
          <pc:docMk/>
          <pc:sldMk cId="1681331011" sldId="349"/>
        </pc:sldMkLst>
      </pc:sldChg>
      <pc:sldChg chg="add replId">
        <pc:chgData name="HYUN JONG LEE" userId="d5e9c3597b4f1658" providerId="Windows Live" clId="Web-{77332F03-5B2C-3CBD-C6D8-17CC7716A30D}" dt="2025-07-25T07:52:08.521" v="112"/>
        <pc:sldMkLst>
          <pc:docMk/>
          <pc:sldMk cId="901560089" sldId="350"/>
        </pc:sldMkLst>
      </pc:sldChg>
      <pc:sldChg chg="add replId">
        <pc:chgData name="HYUN JONG LEE" userId="d5e9c3597b4f1658" providerId="Windows Live" clId="Web-{77332F03-5B2C-3CBD-C6D8-17CC7716A30D}" dt="2025-07-25T07:52:08.537" v="113"/>
        <pc:sldMkLst>
          <pc:docMk/>
          <pc:sldMk cId="4184106330" sldId="351"/>
        </pc:sldMkLst>
      </pc:sldChg>
      <pc:sldChg chg="add replId">
        <pc:chgData name="HYUN JONG LEE" userId="d5e9c3597b4f1658" providerId="Windows Live" clId="Web-{77332F03-5B2C-3CBD-C6D8-17CC7716A30D}" dt="2025-07-25T07:52:08.537" v="114"/>
        <pc:sldMkLst>
          <pc:docMk/>
          <pc:sldMk cId="897056527" sldId="352"/>
        </pc:sldMkLst>
      </pc:sldChg>
      <pc:sldChg chg="add replId">
        <pc:chgData name="HYUN JONG LEE" userId="d5e9c3597b4f1658" providerId="Windows Live" clId="Web-{77332F03-5B2C-3CBD-C6D8-17CC7716A30D}" dt="2025-07-25T07:52:08.553" v="115"/>
        <pc:sldMkLst>
          <pc:docMk/>
          <pc:sldMk cId="39538669" sldId="353"/>
        </pc:sldMkLst>
      </pc:sldChg>
      <pc:sldChg chg="add replId">
        <pc:chgData name="HYUN JONG LEE" userId="d5e9c3597b4f1658" providerId="Windows Live" clId="Web-{77332F03-5B2C-3CBD-C6D8-17CC7716A30D}" dt="2025-07-25T07:52:12.037" v="116"/>
        <pc:sldMkLst>
          <pc:docMk/>
          <pc:sldMk cId="345625366" sldId="354"/>
        </pc:sldMkLst>
      </pc:sldChg>
      <pc:sldChg chg="add replId">
        <pc:chgData name="HYUN JONG LEE" userId="d5e9c3597b4f1658" providerId="Windows Live" clId="Web-{77332F03-5B2C-3CBD-C6D8-17CC7716A30D}" dt="2025-07-25T07:52:12.053" v="117"/>
        <pc:sldMkLst>
          <pc:docMk/>
          <pc:sldMk cId="3207430330" sldId="355"/>
        </pc:sldMkLst>
      </pc:sldChg>
      <pc:sldChg chg="add replId">
        <pc:chgData name="HYUN JONG LEE" userId="d5e9c3597b4f1658" providerId="Windows Live" clId="Web-{77332F03-5B2C-3CBD-C6D8-17CC7716A30D}" dt="2025-07-25T07:52:12.053" v="118"/>
        <pc:sldMkLst>
          <pc:docMk/>
          <pc:sldMk cId="1773082460" sldId="356"/>
        </pc:sldMkLst>
      </pc:sldChg>
      <pc:sldChg chg="add replId">
        <pc:chgData name="HYUN JONG LEE" userId="d5e9c3597b4f1658" providerId="Windows Live" clId="Web-{77332F03-5B2C-3CBD-C6D8-17CC7716A30D}" dt="2025-07-25T07:52:12.068" v="119"/>
        <pc:sldMkLst>
          <pc:docMk/>
          <pc:sldMk cId="2181814512" sldId="357"/>
        </pc:sldMkLst>
      </pc:sldChg>
      <pc:sldChg chg="add replId">
        <pc:chgData name="HYUN JONG LEE" userId="d5e9c3597b4f1658" providerId="Windows Live" clId="Web-{77332F03-5B2C-3CBD-C6D8-17CC7716A30D}" dt="2025-07-25T07:52:12.084" v="120"/>
        <pc:sldMkLst>
          <pc:docMk/>
          <pc:sldMk cId="2090946792" sldId="358"/>
        </pc:sldMkLst>
      </pc:sldChg>
      <pc:sldChg chg="add replId">
        <pc:chgData name="HYUN JONG LEE" userId="d5e9c3597b4f1658" providerId="Windows Live" clId="Web-{77332F03-5B2C-3CBD-C6D8-17CC7716A30D}" dt="2025-07-25T07:52:12.084" v="121"/>
        <pc:sldMkLst>
          <pc:docMk/>
          <pc:sldMk cId="2327428210" sldId="359"/>
        </pc:sldMkLst>
      </pc:sldChg>
      <pc:sldChg chg="add replId">
        <pc:chgData name="HYUN JONG LEE" userId="d5e9c3597b4f1658" providerId="Windows Live" clId="Web-{77332F03-5B2C-3CBD-C6D8-17CC7716A30D}" dt="2025-07-25T07:52:12.100" v="122"/>
        <pc:sldMkLst>
          <pc:docMk/>
          <pc:sldMk cId="2908111992" sldId="360"/>
        </pc:sldMkLst>
      </pc:sldChg>
      <pc:sldChg chg="add replId">
        <pc:chgData name="HYUN JONG LEE" userId="d5e9c3597b4f1658" providerId="Windows Live" clId="Web-{77332F03-5B2C-3CBD-C6D8-17CC7716A30D}" dt="2025-07-25T07:52:14.631" v="123"/>
        <pc:sldMkLst>
          <pc:docMk/>
          <pc:sldMk cId="2543577531" sldId="361"/>
        </pc:sldMkLst>
      </pc:sldChg>
      <pc:sldChg chg="add replId">
        <pc:chgData name="HYUN JONG LEE" userId="d5e9c3597b4f1658" providerId="Windows Live" clId="Web-{77332F03-5B2C-3CBD-C6D8-17CC7716A30D}" dt="2025-07-25T07:52:14.646" v="124"/>
        <pc:sldMkLst>
          <pc:docMk/>
          <pc:sldMk cId="2998542372" sldId="362"/>
        </pc:sldMkLst>
      </pc:sldChg>
      <pc:sldChg chg="add replId">
        <pc:chgData name="HYUN JONG LEE" userId="d5e9c3597b4f1658" providerId="Windows Live" clId="Web-{77332F03-5B2C-3CBD-C6D8-17CC7716A30D}" dt="2025-07-25T07:52:14.646" v="125"/>
        <pc:sldMkLst>
          <pc:docMk/>
          <pc:sldMk cId="23733016" sldId="363"/>
        </pc:sldMkLst>
      </pc:sldChg>
      <pc:sldChg chg="add replId">
        <pc:chgData name="HYUN JONG LEE" userId="d5e9c3597b4f1658" providerId="Windows Live" clId="Web-{77332F03-5B2C-3CBD-C6D8-17CC7716A30D}" dt="2025-07-25T07:52:14.662" v="126"/>
        <pc:sldMkLst>
          <pc:docMk/>
          <pc:sldMk cId="3066689628" sldId="364"/>
        </pc:sldMkLst>
      </pc:sldChg>
      <pc:sldChg chg="add replId">
        <pc:chgData name="HYUN JONG LEE" userId="d5e9c3597b4f1658" providerId="Windows Live" clId="Web-{77332F03-5B2C-3CBD-C6D8-17CC7716A30D}" dt="2025-07-25T07:52:14.678" v="127"/>
        <pc:sldMkLst>
          <pc:docMk/>
          <pc:sldMk cId="2414379682" sldId="365"/>
        </pc:sldMkLst>
      </pc:sldChg>
      <pc:sldChg chg="add replId">
        <pc:chgData name="HYUN JONG LEE" userId="d5e9c3597b4f1658" providerId="Windows Live" clId="Web-{77332F03-5B2C-3CBD-C6D8-17CC7716A30D}" dt="2025-07-25T07:52:14.678" v="128"/>
        <pc:sldMkLst>
          <pc:docMk/>
          <pc:sldMk cId="4215799340" sldId="366"/>
        </pc:sldMkLst>
      </pc:sldChg>
      <pc:sldChg chg="add replId">
        <pc:chgData name="HYUN JONG LEE" userId="d5e9c3597b4f1658" providerId="Windows Live" clId="Web-{77332F03-5B2C-3CBD-C6D8-17CC7716A30D}" dt="2025-07-25T07:52:14.693" v="129"/>
        <pc:sldMkLst>
          <pc:docMk/>
          <pc:sldMk cId="4167050380" sldId="367"/>
        </pc:sldMkLst>
      </pc:sldChg>
    </pc:docChg>
  </pc:docChgLst>
  <pc:docChgLst>
    <pc:chgData name="HYUN JONG LEE" userId="d5e9c3597b4f1658" providerId="Windows Live" clId="Web-{199BBD03-832F-17B1-D82C-F389CEDC1830}"/>
    <pc:docChg chg="addSld delSld modSld sldOrd">
      <pc:chgData name="HYUN JONG LEE" userId="d5e9c3597b4f1658" providerId="Windows Live" clId="Web-{199BBD03-832F-17B1-D82C-F389CEDC1830}" dt="2025-05-28T09:41:00.285" v="111"/>
      <pc:docMkLst>
        <pc:docMk/>
      </pc:docMkLst>
      <pc:sldChg chg="del">
        <pc:chgData name="HYUN JONG LEE" userId="d5e9c3597b4f1658" providerId="Windows Live" clId="Web-{199BBD03-832F-17B1-D82C-F389CEDC1830}" dt="2025-05-28T09:24:08.235" v="3"/>
        <pc:sldMkLst>
          <pc:docMk/>
          <pc:sldMk cId="3569210928" sldId="256"/>
        </pc:sldMkLst>
      </pc:sldChg>
      <pc:sldChg chg="addSp modSp">
        <pc:chgData name="HYUN JONG LEE" userId="d5e9c3597b4f1658" providerId="Windows Live" clId="Web-{199BBD03-832F-17B1-D82C-F389CEDC1830}" dt="2025-05-28T09:37:42.825" v="83" actId="1076"/>
        <pc:sldMkLst>
          <pc:docMk/>
          <pc:sldMk cId="3104698663" sldId="258"/>
        </pc:sldMkLst>
      </pc:sldChg>
      <pc:sldChg chg="addSp modSp">
        <pc:chgData name="HYUN JONG LEE" userId="d5e9c3597b4f1658" providerId="Windows Live" clId="Web-{199BBD03-832F-17B1-D82C-F389CEDC1830}" dt="2025-05-28T09:38:05.716" v="87" actId="1076"/>
        <pc:sldMkLst>
          <pc:docMk/>
          <pc:sldMk cId="2284189342" sldId="270"/>
        </pc:sldMkLst>
      </pc:sldChg>
      <pc:sldChg chg="addSp delSp modSp">
        <pc:chgData name="HYUN JONG LEE" userId="d5e9c3597b4f1658" providerId="Windows Live" clId="Web-{199BBD03-832F-17B1-D82C-F389CEDC1830}" dt="2025-05-28T09:36:53.073" v="77" actId="1076"/>
        <pc:sldMkLst>
          <pc:docMk/>
          <pc:sldMk cId="2210775249" sldId="271"/>
        </pc:sldMkLst>
      </pc:sldChg>
      <pc:sldChg chg="addSp modSp">
        <pc:chgData name="HYUN JONG LEE" userId="d5e9c3597b4f1658" providerId="Windows Live" clId="Web-{199BBD03-832F-17B1-D82C-F389CEDC1830}" dt="2025-05-28T09:30:09.169" v="39" actId="20577"/>
        <pc:sldMkLst>
          <pc:docMk/>
          <pc:sldMk cId="920141621" sldId="272"/>
        </pc:sldMkLst>
      </pc:sldChg>
      <pc:sldChg chg="addSp delSp modSp">
        <pc:chgData name="HYUN JONG LEE" userId="d5e9c3597b4f1658" providerId="Windows Live" clId="Web-{199BBD03-832F-17B1-D82C-F389CEDC1830}" dt="2025-05-28T09:30:12.028" v="40" actId="20577"/>
        <pc:sldMkLst>
          <pc:docMk/>
          <pc:sldMk cId="4180737612" sldId="273"/>
        </pc:sldMkLst>
      </pc:sldChg>
      <pc:sldChg chg="addSp modSp">
        <pc:chgData name="HYUN JONG LEE" userId="d5e9c3597b4f1658" providerId="Windows Live" clId="Web-{199BBD03-832F-17B1-D82C-F389CEDC1830}" dt="2025-05-28T09:30:17.622" v="41" actId="20577"/>
        <pc:sldMkLst>
          <pc:docMk/>
          <pc:sldMk cId="1861763141" sldId="274"/>
        </pc:sldMkLst>
      </pc:sldChg>
      <pc:sldChg chg="addSp modSp">
        <pc:chgData name="HYUN JONG LEE" userId="d5e9c3597b4f1658" providerId="Windows Live" clId="Web-{199BBD03-832F-17B1-D82C-F389CEDC1830}" dt="2025-05-28T09:30:22.763" v="42" actId="20577"/>
        <pc:sldMkLst>
          <pc:docMk/>
          <pc:sldMk cId="147596992" sldId="275"/>
        </pc:sldMkLst>
      </pc:sldChg>
      <pc:sldChg chg="addSp delSp modSp">
        <pc:chgData name="HYUN JONG LEE" userId="d5e9c3597b4f1658" providerId="Windows Live" clId="Web-{199BBD03-832F-17B1-D82C-F389CEDC1830}" dt="2025-05-28T09:34:34.318" v="66"/>
        <pc:sldMkLst>
          <pc:docMk/>
          <pc:sldMk cId="1127752485" sldId="276"/>
        </pc:sldMkLst>
      </pc:sldChg>
      <pc:sldChg chg="addSp">
        <pc:chgData name="HYUN JONG LEE" userId="d5e9c3597b4f1658" providerId="Windows Live" clId="Web-{199BBD03-832F-17B1-D82C-F389CEDC1830}" dt="2025-05-28T09:34:43.600" v="67"/>
        <pc:sldMkLst>
          <pc:docMk/>
          <pc:sldMk cId="871166633" sldId="277"/>
        </pc:sldMkLst>
      </pc:sldChg>
      <pc:sldChg chg="addSp modSp">
        <pc:chgData name="HYUN JONG LEE" userId="d5e9c3597b4f1658" providerId="Windows Live" clId="Web-{199BBD03-832F-17B1-D82C-F389CEDC1830}" dt="2025-05-28T09:39:05.312" v="94" actId="1076"/>
        <pc:sldMkLst>
          <pc:docMk/>
          <pc:sldMk cId="3173469341" sldId="278"/>
        </pc:sldMkLst>
      </pc:sldChg>
      <pc:sldChg chg="addSp modSp">
        <pc:chgData name="HYUN JONG LEE" userId="d5e9c3597b4f1658" providerId="Windows Live" clId="Web-{199BBD03-832F-17B1-D82C-F389CEDC1830}" dt="2025-05-28T09:39:53.876" v="101" actId="1076"/>
        <pc:sldMkLst>
          <pc:docMk/>
          <pc:sldMk cId="4162868055" sldId="279"/>
        </pc:sldMkLst>
      </pc:sldChg>
      <pc:sldChg chg="addSp modSp">
        <pc:chgData name="HYUN JONG LEE" userId="d5e9c3597b4f1658" providerId="Windows Live" clId="Web-{199BBD03-832F-17B1-D82C-F389CEDC1830}" dt="2025-05-28T09:40:20.799" v="106" actId="1076"/>
        <pc:sldMkLst>
          <pc:docMk/>
          <pc:sldMk cId="2105850114" sldId="280"/>
        </pc:sldMkLst>
      </pc:sldChg>
      <pc:sldChg chg="addSp modSp">
        <pc:chgData name="HYUN JONG LEE" userId="d5e9c3597b4f1658" providerId="Windows Live" clId="Web-{199BBD03-832F-17B1-D82C-F389CEDC1830}" dt="2025-05-28T09:38:20.982" v="88" actId="1076"/>
        <pc:sldMkLst>
          <pc:docMk/>
          <pc:sldMk cId="4157042910" sldId="281"/>
        </pc:sldMkLst>
      </pc:sldChg>
      <pc:sldChg chg="del">
        <pc:chgData name="HYUN JONG LEE" userId="d5e9c3597b4f1658" providerId="Windows Live" clId="Web-{199BBD03-832F-17B1-D82C-F389CEDC1830}" dt="2025-05-28T09:40:36.877" v="108"/>
        <pc:sldMkLst>
          <pc:docMk/>
          <pc:sldMk cId="1226942289" sldId="282"/>
        </pc:sldMkLst>
      </pc:sldChg>
      <pc:sldChg chg="addSp modSp">
        <pc:chgData name="HYUN JONG LEE" userId="d5e9c3597b4f1658" providerId="Windows Live" clId="Web-{199BBD03-832F-17B1-D82C-F389CEDC1830}" dt="2025-05-28T09:38:30.983" v="89" actId="1076"/>
        <pc:sldMkLst>
          <pc:docMk/>
          <pc:sldMk cId="99049443" sldId="283"/>
        </pc:sldMkLst>
      </pc:sldChg>
      <pc:sldChg chg="delSp ord">
        <pc:chgData name="HYUN JONG LEE" userId="d5e9c3597b4f1658" providerId="Windows Live" clId="Web-{199BBD03-832F-17B1-D82C-F389CEDC1830}" dt="2025-05-28T09:41:00.285" v="111"/>
        <pc:sldMkLst>
          <pc:docMk/>
          <pc:sldMk cId="2575759475" sldId="287"/>
        </pc:sldMkLst>
      </pc:sldChg>
      <pc:sldChg chg="modSp add">
        <pc:chgData name="HYUN JONG LEE" userId="d5e9c3597b4f1658" providerId="Windows Live" clId="Web-{199BBD03-832F-17B1-D82C-F389CEDC1830}" dt="2025-05-28T09:24:04.625" v="2" actId="20577"/>
        <pc:sldMkLst>
          <pc:docMk/>
          <pc:sldMk cId="813717488" sldId="310"/>
        </pc:sldMkLst>
      </pc:sldChg>
      <pc:sldChg chg="add replId">
        <pc:chgData name="HYUN JONG LEE" userId="d5e9c3597b4f1658" providerId="Windows Live" clId="Web-{199BBD03-832F-17B1-D82C-F389CEDC1830}" dt="2025-05-28T09:40:34.909" v="107"/>
        <pc:sldMkLst>
          <pc:docMk/>
          <pc:sldMk cId="65004942" sldId="311"/>
        </pc:sldMkLst>
      </pc:sldChg>
    </pc:docChg>
  </pc:docChgLst>
  <pc:docChgLst>
    <pc:chgData name="HYUN JONG LEE" userId="d5e9c3597b4f1658" providerId="Windows Live" clId="Web-{C17963B4-6DC4-A866-2D54-4C97C8CCF69C}"/>
    <pc:docChg chg="addSld modSld sldOrd">
      <pc:chgData name="HYUN JONG LEE" userId="d5e9c3597b4f1658" providerId="Windows Live" clId="Web-{C17963B4-6DC4-A866-2D54-4C97C8CCF69C}" dt="2024-10-24T19:26:52.434" v="76"/>
      <pc:docMkLst>
        <pc:docMk/>
      </pc:docMkLst>
      <pc:sldChg chg="modSp">
        <pc:chgData name="HYUN JONG LEE" userId="d5e9c3597b4f1658" providerId="Windows Live" clId="Web-{C17963B4-6DC4-A866-2D54-4C97C8CCF69C}" dt="2024-10-24T19:08:35.755" v="52" actId="20577"/>
        <pc:sldMkLst>
          <pc:docMk/>
          <pc:sldMk cId="3569210928" sldId="256"/>
        </pc:sldMkLst>
      </pc:sldChg>
      <pc:sldChg chg="addSp delSp modSp ord">
        <pc:chgData name="HYUN JONG LEE" userId="d5e9c3597b4f1658" providerId="Windows Live" clId="Web-{C17963B4-6DC4-A866-2D54-4C97C8CCF69C}" dt="2024-10-24T19:07:29.347" v="42"/>
        <pc:sldMkLst>
          <pc:docMk/>
          <pc:sldMk cId="3104698663" sldId="258"/>
        </pc:sldMkLst>
      </pc:sldChg>
      <pc:sldChg chg="modSp add ord replId">
        <pc:chgData name="HYUN JONG LEE" userId="d5e9c3597b4f1658" providerId="Windows Live" clId="Web-{C17963B4-6DC4-A866-2D54-4C97C8CCF69C}" dt="2024-10-24T19:07:15.893" v="38"/>
        <pc:sldMkLst>
          <pc:docMk/>
          <pc:sldMk cId="2284189342" sldId="270"/>
        </pc:sldMkLst>
      </pc:sldChg>
      <pc:sldChg chg="modSp add replId">
        <pc:chgData name="HYUN JONG LEE" userId="d5e9c3597b4f1658" providerId="Windows Live" clId="Web-{C17963B4-6DC4-A866-2D54-4C97C8CCF69C}" dt="2024-10-24T19:00:36.145" v="17"/>
        <pc:sldMkLst>
          <pc:docMk/>
          <pc:sldMk cId="2210775249" sldId="271"/>
        </pc:sldMkLst>
      </pc:sldChg>
      <pc:sldChg chg="modSp add replId">
        <pc:chgData name="HYUN JONG LEE" userId="d5e9c3597b4f1658" providerId="Windows Live" clId="Web-{C17963B4-6DC4-A866-2D54-4C97C8CCF69C}" dt="2024-10-24T19:01:30.944" v="25"/>
        <pc:sldMkLst>
          <pc:docMk/>
          <pc:sldMk cId="920141621" sldId="272"/>
        </pc:sldMkLst>
      </pc:sldChg>
      <pc:sldChg chg="modSp add replId">
        <pc:chgData name="HYUN JONG LEE" userId="d5e9c3597b4f1658" providerId="Windows Live" clId="Web-{C17963B4-6DC4-A866-2D54-4C97C8CCF69C}" dt="2024-10-24T19:04:32.732" v="28"/>
        <pc:sldMkLst>
          <pc:docMk/>
          <pc:sldMk cId="4180737612" sldId="273"/>
        </pc:sldMkLst>
      </pc:sldChg>
      <pc:sldChg chg="modSp add replId">
        <pc:chgData name="HYUN JONG LEE" userId="d5e9c3597b4f1658" providerId="Windows Live" clId="Web-{C17963B4-6DC4-A866-2D54-4C97C8CCF69C}" dt="2024-10-24T19:02:30.540" v="27"/>
        <pc:sldMkLst>
          <pc:docMk/>
          <pc:sldMk cId="1861763141" sldId="274"/>
        </pc:sldMkLst>
      </pc:sldChg>
      <pc:sldChg chg="modSp add replId">
        <pc:chgData name="HYUN JONG LEE" userId="d5e9c3597b4f1658" providerId="Windows Live" clId="Web-{C17963B4-6DC4-A866-2D54-4C97C8CCF69C}" dt="2024-10-24T19:05:16.483" v="29"/>
        <pc:sldMkLst>
          <pc:docMk/>
          <pc:sldMk cId="147596992" sldId="275"/>
        </pc:sldMkLst>
      </pc:sldChg>
      <pc:sldChg chg="modSp add replId">
        <pc:chgData name="HYUN JONG LEE" userId="d5e9c3597b4f1658" providerId="Windows Live" clId="Web-{C17963B4-6DC4-A866-2D54-4C97C8CCF69C}" dt="2024-10-24T19:05:29.640" v="30"/>
        <pc:sldMkLst>
          <pc:docMk/>
          <pc:sldMk cId="1127752485" sldId="276"/>
        </pc:sldMkLst>
      </pc:sldChg>
      <pc:sldChg chg="modSp add replId">
        <pc:chgData name="HYUN JONG LEE" userId="d5e9c3597b4f1658" providerId="Windows Live" clId="Web-{C17963B4-6DC4-A866-2D54-4C97C8CCF69C}" dt="2024-10-24T19:06:57.268" v="35"/>
        <pc:sldMkLst>
          <pc:docMk/>
          <pc:sldMk cId="871166633" sldId="277"/>
        </pc:sldMkLst>
      </pc:sldChg>
      <pc:sldChg chg="modSp add replId">
        <pc:chgData name="HYUN JONG LEE" userId="d5e9c3597b4f1658" providerId="Windows Live" clId="Web-{C17963B4-6DC4-A866-2D54-4C97C8CCF69C}" dt="2024-10-24T19:13:46.813" v="53"/>
        <pc:sldMkLst>
          <pc:docMk/>
          <pc:sldMk cId="3173469341" sldId="278"/>
        </pc:sldMkLst>
      </pc:sldChg>
      <pc:sldChg chg="modSp add replId">
        <pc:chgData name="HYUN JONG LEE" userId="d5e9c3597b4f1658" providerId="Windows Live" clId="Web-{C17963B4-6DC4-A866-2D54-4C97C8CCF69C}" dt="2024-10-24T19:14:09.220" v="54"/>
        <pc:sldMkLst>
          <pc:docMk/>
          <pc:sldMk cId="4162868055" sldId="279"/>
        </pc:sldMkLst>
      </pc:sldChg>
      <pc:sldChg chg="modSp add replId">
        <pc:chgData name="HYUN JONG LEE" userId="d5e9c3597b4f1658" providerId="Windows Live" clId="Web-{C17963B4-6DC4-A866-2D54-4C97C8CCF69C}" dt="2024-10-24T19:23:01.785" v="55"/>
        <pc:sldMkLst>
          <pc:docMk/>
          <pc:sldMk cId="2105850114" sldId="280"/>
        </pc:sldMkLst>
      </pc:sldChg>
      <pc:sldChg chg="addSp delSp modSp add ord replId">
        <pc:chgData name="HYUN JONG LEE" userId="d5e9c3597b4f1658" providerId="Windows Live" clId="Web-{C17963B4-6DC4-A866-2D54-4C97C8CCF69C}" dt="2024-10-24T19:26:46.090" v="74"/>
        <pc:sldMkLst>
          <pc:docMk/>
          <pc:sldMk cId="4157042910" sldId="281"/>
        </pc:sldMkLst>
      </pc:sldChg>
      <pc:sldChg chg="add replId">
        <pc:chgData name="HYUN JONG LEE" userId="d5e9c3597b4f1658" providerId="Windows Live" clId="Web-{C17963B4-6DC4-A866-2D54-4C97C8CCF69C}" dt="2024-10-24T19:23:12.567" v="56"/>
        <pc:sldMkLst>
          <pc:docMk/>
          <pc:sldMk cId="1226942289" sldId="282"/>
        </pc:sldMkLst>
      </pc:sldChg>
      <pc:sldChg chg="addSp delSp modSp add ord replId">
        <pc:chgData name="HYUN JONG LEE" userId="d5e9c3597b4f1658" providerId="Windows Live" clId="Web-{C17963B4-6DC4-A866-2D54-4C97C8CCF69C}" dt="2024-10-24T19:26:52.434" v="76"/>
        <pc:sldMkLst>
          <pc:docMk/>
          <pc:sldMk cId="99049443" sldId="283"/>
        </pc:sldMkLst>
      </pc:sldChg>
    </pc:docChg>
  </pc:docChgLst>
  <pc:docChgLst>
    <pc:chgData name="HYUN JONG LEE" userId="d5e9c3597b4f1658" providerId="Windows Live" clId="Web-{7B1521EF-647D-E135-1837-490432057B16}"/>
    <pc:docChg chg="addSld modSld">
      <pc:chgData name="HYUN JONG LEE" userId="d5e9c3597b4f1658" providerId="Windows Live" clId="Web-{7B1521EF-647D-E135-1837-490432057B16}" dt="2024-10-30T08:09:08.120" v="30"/>
      <pc:docMkLst>
        <pc:docMk/>
      </pc:docMkLst>
      <pc:sldChg chg="addSp delSp modSp mod setBg">
        <pc:chgData name="HYUN JONG LEE" userId="d5e9c3597b4f1658" providerId="Windows Live" clId="Web-{7B1521EF-647D-E135-1837-490432057B16}" dt="2024-10-30T08:09:08.120" v="30"/>
        <pc:sldMkLst>
          <pc:docMk/>
          <pc:sldMk cId="2938623029" sldId="269"/>
        </pc:sldMkLst>
      </pc:sldChg>
      <pc:sldChg chg="add replId">
        <pc:chgData name="HYUN JONG LEE" userId="d5e9c3597b4f1658" providerId="Windows Live" clId="Web-{7B1521EF-647D-E135-1837-490432057B16}" dt="2024-10-30T08:04:03.476" v="0"/>
        <pc:sldMkLst>
          <pc:docMk/>
          <pc:sldMk cId="1288358951" sldId="284"/>
        </pc:sldMkLst>
      </pc:sldChg>
      <pc:sldChg chg="add replId">
        <pc:chgData name="HYUN JONG LEE" userId="d5e9c3597b4f1658" providerId="Windows Live" clId="Web-{7B1521EF-647D-E135-1837-490432057B16}" dt="2024-10-30T08:04:11.680" v="1"/>
        <pc:sldMkLst>
          <pc:docMk/>
          <pc:sldMk cId="3146392362" sldId="285"/>
        </pc:sldMkLst>
      </pc:sldChg>
      <pc:sldChg chg="add replId">
        <pc:chgData name="HYUN JONG LEE" userId="d5e9c3597b4f1658" providerId="Windows Live" clId="Web-{7B1521EF-647D-E135-1837-490432057B16}" dt="2024-10-30T08:04:18.821" v="2"/>
        <pc:sldMkLst>
          <pc:docMk/>
          <pc:sldMk cId="3241657958" sldId="286"/>
        </pc:sldMkLst>
      </pc:sldChg>
      <pc:sldChg chg="add replId">
        <pc:chgData name="HYUN JONG LEE" userId="d5e9c3597b4f1658" providerId="Windows Live" clId="Web-{7B1521EF-647D-E135-1837-490432057B16}" dt="2024-10-30T08:05:31.497" v="3"/>
        <pc:sldMkLst>
          <pc:docMk/>
          <pc:sldMk cId="2575759475" sldId="287"/>
        </pc:sldMkLst>
      </pc:sldChg>
    </pc:docChg>
  </pc:docChgLst>
  <pc:docChgLst>
    <pc:chgData name="HYUN JONG LEE" userId="d5e9c3597b4f1658" providerId="Windows Live" clId="Web-{24EE591F-FF5B-7C77-4630-5B4ADEC4D062}"/>
    <pc:docChg chg="modSld">
      <pc:chgData name="HYUN JONG LEE" userId="d5e9c3597b4f1658" providerId="Windows Live" clId="Web-{24EE591F-FF5B-7C77-4630-5B4ADEC4D062}" dt="2024-09-21T01:48:35.005" v="1" actId="20577"/>
      <pc:docMkLst>
        <pc:docMk/>
      </pc:docMkLst>
      <pc:sldChg chg="modSp">
        <pc:chgData name="HYUN JONG LEE" userId="d5e9c3597b4f1658" providerId="Windows Live" clId="Web-{24EE591F-FF5B-7C77-4630-5B4ADEC4D062}" dt="2024-09-21T01:48:35.005" v="1" actId="20577"/>
        <pc:sldMkLst>
          <pc:docMk/>
          <pc:sldMk cId="2938623029" sldId="269"/>
        </pc:sldMkLst>
      </pc:sldChg>
    </pc:docChg>
  </pc:docChgLst>
  <pc:docChgLst>
    <pc:chgData name="LEE HYUN JONG" userId="d5e9c3597b4f1658" providerId="Windows Live" clId="Web-{CCF951E5-A154-44A5-B395-DC0984DB1EA7}"/>
    <pc:docChg chg="modSld">
      <pc:chgData name="LEE HYUN JONG" userId="d5e9c3597b4f1658" providerId="Windows Live" clId="Web-{CCF951E5-A154-44A5-B395-DC0984DB1EA7}" dt="2024-07-26T04:19:19.809" v="3" actId="20577"/>
      <pc:docMkLst>
        <pc:docMk/>
      </pc:docMkLst>
      <pc:sldChg chg="modSp">
        <pc:chgData name="LEE HYUN JONG" userId="d5e9c3597b4f1658" providerId="Windows Live" clId="Web-{CCF951E5-A154-44A5-B395-DC0984DB1EA7}" dt="2024-07-26T04:19:19.809" v="3" actId="20577"/>
        <pc:sldMkLst>
          <pc:docMk/>
          <pc:sldMk cId="3104698663" sldId="258"/>
        </pc:sldMkLst>
      </pc:sldChg>
    </pc:docChg>
  </pc:docChgLst>
  <pc:docChgLst>
    <pc:chgData clId="Web-{77332F03-5B2C-3CBD-C6D8-17CC7716A30D}"/>
    <pc:docChg chg="delSld">
      <pc:chgData name="" userId="" providerId="" clId="Web-{77332F03-5B2C-3CBD-C6D8-17CC7716A30D}" dt="2025-07-25T07:32:04.433" v="2"/>
      <pc:docMkLst>
        <pc:docMk/>
      </pc:docMkLst>
      <pc:sldChg chg="del">
        <pc:chgData name="" userId="" providerId="" clId="Web-{77332F03-5B2C-3CBD-C6D8-17CC7716A30D}" dt="2025-07-25T07:32:02.433" v="0"/>
        <pc:sldMkLst>
          <pc:docMk/>
          <pc:sldMk cId="2210775249" sldId="271"/>
        </pc:sldMkLst>
      </pc:sldChg>
      <pc:sldChg chg="del">
        <pc:chgData name="" userId="" providerId="" clId="Web-{77332F03-5B2C-3CBD-C6D8-17CC7716A30D}" dt="2025-07-25T07:32:04.433" v="2"/>
        <pc:sldMkLst>
          <pc:docMk/>
          <pc:sldMk cId="2960349146" sldId="312"/>
        </pc:sldMkLst>
      </pc:sldChg>
      <pc:sldChg chg="del">
        <pc:chgData name="" userId="" providerId="" clId="Web-{77332F03-5B2C-3CBD-C6D8-17CC7716A30D}" dt="2025-07-25T07:32:03.464" v="1"/>
        <pc:sldMkLst>
          <pc:docMk/>
          <pc:sldMk cId="3989768937" sldId="313"/>
        </pc:sldMkLst>
      </pc:sldChg>
    </pc:docChg>
  </pc:docChgLst>
  <pc:docChgLst>
    <pc:chgData name="HYUN JONG LEE" userId="d5e9c3597b4f1658" providerId="Windows Live" clId="Web-{A6D957D5-B17D-8BF2-D02E-DA9C86401DC2}"/>
    <pc:docChg chg="modSld">
      <pc:chgData name="HYUN JONG LEE" userId="d5e9c3597b4f1658" providerId="Windows Live" clId="Web-{A6D957D5-B17D-8BF2-D02E-DA9C86401DC2}" dt="2025-05-28T18:13:39.053" v="52"/>
      <pc:docMkLst>
        <pc:docMk/>
      </pc:docMkLst>
      <pc:sldChg chg="delSp modSp">
        <pc:chgData name="HYUN JONG LEE" userId="d5e9c3597b4f1658" providerId="Windows Live" clId="Web-{A6D957D5-B17D-8BF2-D02E-DA9C86401DC2}" dt="2025-05-28T18:07:15.182" v="32"/>
        <pc:sldMkLst>
          <pc:docMk/>
          <pc:sldMk cId="3104698663" sldId="258"/>
        </pc:sldMkLst>
      </pc:sldChg>
      <pc:sldChg chg="delSp modSp">
        <pc:chgData name="HYUN JONG LEE" userId="d5e9c3597b4f1658" providerId="Windows Live" clId="Web-{A6D957D5-B17D-8BF2-D02E-DA9C86401DC2}" dt="2025-05-28T18:07:25.088" v="36"/>
        <pc:sldMkLst>
          <pc:docMk/>
          <pc:sldMk cId="2284189342" sldId="270"/>
        </pc:sldMkLst>
      </pc:sldChg>
      <pc:sldChg chg="modSp">
        <pc:chgData name="HYUN JONG LEE" userId="d5e9c3597b4f1658" providerId="Windows Live" clId="Web-{A6D957D5-B17D-8BF2-D02E-DA9C86401DC2}" dt="2025-05-28T17:55:56.645" v="2" actId="20577"/>
        <pc:sldMkLst>
          <pc:docMk/>
          <pc:sldMk cId="920141621" sldId="272"/>
        </pc:sldMkLst>
      </pc:sldChg>
      <pc:sldChg chg="modSp">
        <pc:chgData name="HYUN JONG LEE" userId="d5e9c3597b4f1658" providerId="Windows Live" clId="Web-{A6D957D5-B17D-8BF2-D02E-DA9C86401DC2}" dt="2025-05-28T17:55:50.285" v="0" actId="20577"/>
        <pc:sldMkLst>
          <pc:docMk/>
          <pc:sldMk cId="4180737612" sldId="273"/>
        </pc:sldMkLst>
      </pc:sldChg>
      <pc:sldChg chg="modSp">
        <pc:chgData name="HYUN JONG LEE" userId="d5e9c3597b4f1658" providerId="Windows Live" clId="Web-{A6D957D5-B17D-8BF2-D02E-DA9C86401DC2}" dt="2025-05-28T17:57:08.460" v="4" actId="20577"/>
        <pc:sldMkLst>
          <pc:docMk/>
          <pc:sldMk cId="1861763141" sldId="274"/>
        </pc:sldMkLst>
      </pc:sldChg>
      <pc:sldChg chg="modSp">
        <pc:chgData name="HYUN JONG LEE" userId="d5e9c3597b4f1658" providerId="Windows Live" clId="Web-{A6D957D5-B17D-8BF2-D02E-DA9C86401DC2}" dt="2025-05-28T17:58:48.447" v="6" actId="20577"/>
        <pc:sldMkLst>
          <pc:docMk/>
          <pc:sldMk cId="147596992" sldId="275"/>
        </pc:sldMkLst>
      </pc:sldChg>
      <pc:sldChg chg="modSp">
        <pc:chgData name="HYUN JONG LEE" userId="d5e9c3597b4f1658" providerId="Windows Live" clId="Web-{A6D957D5-B17D-8BF2-D02E-DA9C86401DC2}" dt="2025-05-28T17:59:19.667" v="18" actId="20577"/>
        <pc:sldMkLst>
          <pc:docMk/>
          <pc:sldMk cId="1127752485" sldId="276"/>
        </pc:sldMkLst>
      </pc:sldChg>
      <pc:sldChg chg="modSp">
        <pc:chgData name="HYUN JONG LEE" userId="d5e9c3597b4f1658" providerId="Windows Live" clId="Web-{A6D957D5-B17D-8BF2-D02E-DA9C86401DC2}" dt="2025-05-28T18:09:05.591" v="39" actId="20577"/>
        <pc:sldMkLst>
          <pc:docMk/>
          <pc:sldMk cId="871166633" sldId="277"/>
        </pc:sldMkLst>
      </pc:sldChg>
      <pc:sldChg chg="delSp modSp">
        <pc:chgData name="HYUN JONG LEE" userId="d5e9c3597b4f1658" providerId="Windows Live" clId="Web-{A6D957D5-B17D-8BF2-D02E-DA9C86401DC2}" dt="2025-05-28T18:13:25.271" v="48"/>
        <pc:sldMkLst>
          <pc:docMk/>
          <pc:sldMk cId="3173469341" sldId="278"/>
        </pc:sldMkLst>
      </pc:sldChg>
      <pc:sldChg chg="delSp modSp">
        <pc:chgData name="HYUN JONG LEE" userId="d5e9c3597b4f1658" providerId="Windows Live" clId="Web-{A6D957D5-B17D-8BF2-D02E-DA9C86401DC2}" dt="2025-05-28T18:13:31.271" v="50"/>
        <pc:sldMkLst>
          <pc:docMk/>
          <pc:sldMk cId="4162868055" sldId="279"/>
        </pc:sldMkLst>
      </pc:sldChg>
      <pc:sldChg chg="delSp modSp">
        <pc:chgData name="HYUN JONG LEE" userId="d5e9c3597b4f1658" providerId="Windows Live" clId="Web-{A6D957D5-B17D-8BF2-D02E-DA9C86401DC2}" dt="2025-05-28T18:13:39.053" v="52"/>
        <pc:sldMkLst>
          <pc:docMk/>
          <pc:sldMk cId="2105850114" sldId="280"/>
        </pc:sldMkLst>
      </pc:sldChg>
      <pc:sldChg chg="delSp modSp">
        <pc:chgData name="HYUN JONG LEE" userId="d5e9c3597b4f1658" providerId="Windows Live" clId="Web-{A6D957D5-B17D-8BF2-D02E-DA9C86401DC2}" dt="2025-05-28T18:10:48.485" v="46"/>
        <pc:sldMkLst>
          <pc:docMk/>
          <pc:sldMk cId="4157042910" sldId="281"/>
        </pc:sldMkLst>
      </pc:sldChg>
      <pc:sldChg chg="delSp modSp">
        <pc:chgData name="HYUN JONG LEE" userId="d5e9c3597b4f1658" providerId="Windows Live" clId="Web-{A6D957D5-B17D-8BF2-D02E-DA9C86401DC2}" dt="2025-05-28T18:10:43.923" v="42"/>
        <pc:sldMkLst>
          <pc:docMk/>
          <pc:sldMk cId="99049443" sldId="283"/>
        </pc:sldMkLst>
      </pc:sldChg>
    </pc:docChg>
  </pc:docChgLst>
  <pc:docChgLst>
    <pc:chgData name="LEE HYUN JONG" userId="d5e9c3597b4f1658" providerId="Windows Live" clId="Web-{1B6706A0-D26B-40D9-BC36-013A7F3ABEEB}"/>
    <pc:docChg chg="addSld modSld">
      <pc:chgData name="LEE HYUN JONG" userId="d5e9c3597b4f1658" providerId="Windows Live" clId="Web-{1B6706A0-D26B-40D9-BC36-013A7F3ABEEB}" dt="2024-07-26T04:05:13.479" v="276" actId="20577"/>
      <pc:docMkLst>
        <pc:docMk/>
      </pc:docMkLst>
      <pc:sldChg chg="modSp">
        <pc:chgData name="LEE HYUN JONG" userId="d5e9c3597b4f1658" providerId="Windows Live" clId="Web-{1B6706A0-D26B-40D9-BC36-013A7F3ABEEB}" dt="2024-07-26T03:26:34.769" v="125" actId="20577"/>
        <pc:sldMkLst>
          <pc:docMk/>
          <pc:sldMk cId="3754441800" sldId="265"/>
        </pc:sldMkLst>
      </pc:sldChg>
      <pc:sldChg chg="modSp add replId">
        <pc:chgData name="LEE HYUN JONG" userId="d5e9c3597b4f1658" providerId="Windows Live" clId="Web-{1B6706A0-D26B-40D9-BC36-013A7F3ABEEB}" dt="2024-07-26T03:27:56.835" v="148" actId="20577"/>
        <pc:sldMkLst>
          <pc:docMk/>
          <pc:sldMk cId="2876676925" sldId="266"/>
        </pc:sldMkLst>
      </pc:sldChg>
      <pc:sldChg chg="modSp add replId">
        <pc:chgData name="LEE HYUN JONG" userId="d5e9c3597b4f1658" providerId="Windows Live" clId="Web-{1B6706A0-D26B-40D9-BC36-013A7F3ABEEB}" dt="2024-07-26T03:31:17.780" v="215" actId="20577"/>
        <pc:sldMkLst>
          <pc:docMk/>
          <pc:sldMk cId="1979328867" sldId="267"/>
        </pc:sldMkLst>
      </pc:sldChg>
      <pc:sldChg chg="modSp add replId">
        <pc:chgData name="LEE HYUN JONG" userId="d5e9c3597b4f1658" providerId="Windows Live" clId="Web-{1B6706A0-D26B-40D9-BC36-013A7F3ABEEB}" dt="2024-07-26T03:32:58.518" v="243" actId="20577"/>
        <pc:sldMkLst>
          <pc:docMk/>
          <pc:sldMk cId="3642191087" sldId="268"/>
        </pc:sldMkLst>
      </pc:sldChg>
      <pc:sldChg chg="modSp add replId">
        <pc:chgData name="LEE HYUN JONG" userId="d5e9c3597b4f1658" providerId="Windows Live" clId="Web-{1B6706A0-D26B-40D9-BC36-013A7F3ABEEB}" dt="2024-07-26T04:05:13.479" v="276" actId="20577"/>
        <pc:sldMkLst>
          <pc:docMk/>
          <pc:sldMk cId="2938623029" sldId="269"/>
        </pc:sldMkLst>
      </pc:sldChg>
    </pc:docChg>
  </pc:docChgLst>
  <pc:docChgLst>
    <pc:chgData name="LEE HYUN JONG" userId="d5e9c3597b4f1658" providerId="Windows Live" clId="Web-{22479F8F-968D-44C1-950D-5CDA20401D89}"/>
    <pc:docChg chg="addSld modSld sldOrd">
      <pc:chgData name="LEE HYUN JONG" userId="d5e9c3597b4f1658" providerId="Windows Live" clId="Web-{22479F8F-968D-44C1-950D-5CDA20401D89}" dt="2024-07-26T02:51:59.024" v="613" actId="20577"/>
      <pc:docMkLst>
        <pc:docMk/>
      </pc:docMkLst>
      <pc:sldChg chg="addSp delSp modSp mod setBg">
        <pc:chgData name="LEE HYUN JONG" userId="d5e9c3597b4f1658" providerId="Windows Live" clId="Web-{22479F8F-968D-44C1-950D-5CDA20401D89}" dt="2024-07-26T01:25:26.617" v="33" actId="20577"/>
        <pc:sldMkLst>
          <pc:docMk/>
          <pc:sldMk cId="3569210928" sldId="256"/>
        </pc:sldMkLst>
      </pc:sldChg>
      <pc:sldChg chg="addSp delSp modSp add ord replId">
        <pc:chgData name="LEE HYUN JONG" userId="d5e9c3597b4f1658" providerId="Windows Live" clId="Web-{22479F8F-968D-44C1-950D-5CDA20401D89}" dt="2024-07-26T02:40:47.483" v="490"/>
        <pc:sldMkLst>
          <pc:docMk/>
          <pc:sldMk cId="3827241726" sldId="257"/>
        </pc:sldMkLst>
      </pc:sldChg>
      <pc:sldChg chg="modSp add ord replId">
        <pc:chgData name="LEE HYUN JONG" userId="d5e9c3597b4f1658" providerId="Windows Live" clId="Web-{22479F8F-968D-44C1-950D-5CDA20401D89}" dt="2024-07-26T02:46:36.074" v="544" actId="20577"/>
        <pc:sldMkLst>
          <pc:docMk/>
          <pc:sldMk cId="3104698663" sldId="258"/>
        </pc:sldMkLst>
      </pc:sldChg>
      <pc:sldChg chg="modSp add replId">
        <pc:chgData name="LEE HYUN JONG" userId="d5e9c3597b4f1658" providerId="Windows Live" clId="Web-{22479F8F-968D-44C1-950D-5CDA20401D89}" dt="2024-07-26T02:34:35.750" v="430" actId="20577"/>
        <pc:sldMkLst>
          <pc:docMk/>
          <pc:sldMk cId="3118821301" sldId="259"/>
        </pc:sldMkLst>
      </pc:sldChg>
      <pc:sldChg chg="modSp add replId">
        <pc:chgData name="LEE HYUN JONG" userId="d5e9c3597b4f1658" providerId="Windows Live" clId="Web-{22479F8F-968D-44C1-950D-5CDA20401D89}" dt="2024-07-26T02:34:46.657" v="432" actId="20577"/>
        <pc:sldMkLst>
          <pc:docMk/>
          <pc:sldMk cId="3825237573" sldId="260"/>
        </pc:sldMkLst>
      </pc:sldChg>
      <pc:sldChg chg="modSp add replId">
        <pc:chgData name="LEE HYUN JONG" userId="d5e9c3597b4f1658" providerId="Windows Live" clId="Web-{22479F8F-968D-44C1-950D-5CDA20401D89}" dt="2024-07-26T02:34:41.953" v="431" actId="20577"/>
        <pc:sldMkLst>
          <pc:docMk/>
          <pc:sldMk cId="175715229" sldId="261"/>
        </pc:sldMkLst>
      </pc:sldChg>
      <pc:sldChg chg="modSp add replId">
        <pc:chgData name="LEE HYUN JONG" userId="d5e9c3597b4f1658" providerId="Windows Live" clId="Web-{22479F8F-968D-44C1-950D-5CDA20401D89}" dt="2024-07-26T02:43:57.459" v="492" actId="20577"/>
        <pc:sldMkLst>
          <pc:docMk/>
          <pc:sldMk cId="3035015122" sldId="262"/>
        </pc:sldMkLst>
      </pc:sldChg>
      <pc:sldChg chg="modSp add replId">
        <pc:chgData name="LEE HYUN JONG" userId="d5e9c3597b4f1658" providerId="Windows Live" clId="Web-{22479F8F-968D-44C1-950D-5CDA20401D89}" dt="2024-07-26T02:46:04.292" v="540" actId="20577"/>
        <pc:sldMkLst>
          <pc:docMk/>
          <pc:sldMk cId="1211797845" sldId="263"/>
        </pc:sldMkLst>
      </pc:sldChg>
      <pc:sldChg chg="modSp add replId">
        <pc:chgData name="LEE HYUN JONG" userId="d5e9c3597b4f1658" providerId="Windows Live" clId="Web-{22479F8F-968D-44C1-950D-5CDA20401D89}" dt="2024-07-26T02:51:59.024" v="613" actId="20577"/>
        <pc:sldMkLst>
          <pc:docMk/>
          <pc:sldMk cId="2481277477" sldId="264"/>
        </pc:sldMkLst>
      </pc:sldChg>
      <pc:sldChg chg="add replId">
        <pc:chgData name="LEE HYUN JONG" userId="d5e9c3597b4f1658" providerId="Windows Live" clId="Web-{22479F8F-968D-44C1-950D-5CDA20401D89}" dt="2024-07-26T02:44:16.757" v="494"/>
        <pc:sldMkLst>
          <pc:docMk/>
          <pc:sldMk cId="375444180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FB65C54-617B-B04A-1453-CAB180080F83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9E512D6E-9639-3D78-A2A0-4873A9F80F1F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4800" b="1" dirty="0">
                <a:solidFill>
                  <a:schemeClr val="bg1"/>
                </a:solidFill>
                <a:ea typeface="맑은 고딕"/>
              </a:rPr>
              <a:t>VFX </a:t>
            </a:r>
            <a:r>
              <a:rPr lang="en-US" altLang="ko-KR" sz="4800" b="1" dirty="0">
                <a:solidFill>
                  <a:schemeClr val="bg1"/>
                </a:solidFill>
                <a:ea typeface="맑은 고딕"/>
              </a:rPr>
              <a:t>04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813717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32982-D30C-D24C-108C-0F6EEF38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CBEF124-180F-9629-94BB-518D4DBA1908}"/>
              </a:ext>
            </a:extLst>
          </p:cNvPr>
          <p:cNvCxnSpPr/>
          <p:nvPr/>
        </p:nvCxnSpPr>
        <p:spPr>
          <a:xfrm flipV="1">
            <a:off x="499703" y="2940803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12">
            <a:extLst>
              <a:ext uri="{FF2B5EF4-FFF2-40B4-BE49-F238E27FC236}">
                <a16:creationId xmlns:a16="http://schemas.microsoft.com/office/drawing/2014/main" id="{378440ED-9A5E-B95D-9727-F24716503D93}"/>
              </a:ext>
            </a:extLst>
          </p:cNvPr>
          <p:cNvSpPr txBox="1"/>
          <p:nvPr/>
        </p:nvSpPr>
        <p:spPr>
          <a:xfrm>
            <a:off x="520297" y="3355556"/>
            <a:ext cx="10900962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18. Esay Explosions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519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7B8F90-E4C8-E8F8-4A0E-6E03D528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39C1F29-F8EE-86BD-E011-147E32DEC3CB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183C8EF-2A82-EB70-9CA8-B186B50F3498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Easy Explosions (Sparks)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46B8564-64A6-D06A-2AE8-AAED2797F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1025647"/>
            <a:ext cx="2334392" cy="304013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E8B9667-B996-44AA-DBFE-F0FC2E84B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783" y="1025647"/>
            <a:ext cx="3562841" cy="55831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37273A6-5AA2-40CC-D216-924FFBCE2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801" y="1025647"/>
            <a:ext cx="3564305" cy="558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6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B5CCC-25A7-EB63-A7ED-9F8BD71D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ADD5E7AA-98F5-F0B2-1AD8-382DDDD1E669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2364397-F75C-1C1F-ACAF-A7DBCA1B5535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Easy Explosions (Flash)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BEB229D-F5F7-A2D1-1C39-B691DE1E7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982819"/>
            <a:ext cx="4077005" cy="461532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DD3EFC-E8F8-1F28-3B69-DA3D34F42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598" y="982819"/>
            <a:ext cx="4012510" cy="554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09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C731D0-4E36-2BEB-5608-8E016D3F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CDB64277-0B6D-796C-8E78-072B67E8D6E0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1C6842C-3C1B-19EC-AB88-C05067E3F18A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Easy Explosions (Fire)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C86869-1CF4-74DF-C1AC-0231560B2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1018901"/>
            <a:ext cx="3634969" cy="56980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D5AC17-12FF-EBC7-6478-AB329C38D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9" y="1018901"/>
            <a:ext cx="4038431" cy="569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38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75949-B4BB-064D-787D-5D67C9C9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A94C5A6-94A7-71F4-0111-738C45B01474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AE3431-5E22-2BC8-B83A-108E95433816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Easy Explosions (Smoke)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55C7E7-0783-F27A-1BDF-A9DFB9C61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71" y="1015159"/>
            <a:ext cx="3634924" cy="56519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0E8B98-3B27-983D-D524-7C66D7371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459" y="1015159"/>
            <a:ext cx="4082564" cy="548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17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3BED8-C252-FE7A-4927-98D131C58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08B8A6E-FD11-722A-3351-EFB4B8280D6B}"/>
              </a:ext>
            </a:extLst>
          </p:cNvPr>
          <p:cNvCxnSpPr/>
          <p:nvPr/>
        </p:nvCxnSpPr>
        <p:spPr>
          <a:xfrm flipV="1">
            <a:off x="376135" y="840155"/>
            <a:ext cx="11192576" cy="25887"/>
          </a:xfrm>
          <a:prstGeom prst="straightConnector1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BCE79D2-5EDB-66FF-830E-BBBED1FF559B}"/>
              </a:ext>
            </a:extLst>
          </p:cNvPr>
          <p:cNvSpPr txBox="1"/>
          <p:nvPr/>
        </p:nvSpPr>
        <p:spPr>
          <a:xfrm>
            <a:off x="315940" y="327581"/>
            <a:ext cx="1129225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H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048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27</Words>
  <Application>Microsoft Office PowerPoint</Application>
  <PresentationFormat>와이드스크린</PresentationFormat>
  <Paragraphs>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HYUN JONG LEE</cp:lastModifiedBy>
  <cp:revision>670</cp:revision>
  <dcterms:created xsi:type="dcterms:W3CDTF">2024-07-26T01:16:36Z</dcterms:created>
  <dcterms:modified xsi:type="dcterms:W3CDTF">2025-12-02T10:51:57Z</dcterms:modified>
</cp:coreProperties>
</file>
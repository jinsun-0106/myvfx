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64" r:id="rId3"/>
    <p:sldId id="365" r:id="rId4"/>
    <p:sldId id="366" r:id="rId5"/>
    <p:sldId id="367" r:id="rId6"/>
    <p:sldId id="368" r:id="rId7"/>
    <p:sldId id="348" r:id="rId8"/>
    <p:sldId id="370" r:id="rId9"/>
    <p:sldId id="363" r:id="rId10"/>
    <p:sldId id="371" r:id="rId11"/>
    <p:sldId id="372" r:id="rId12"/>
    <p:sldId id="373" r:id="rId13"/>
    <p:sldId id="374" r:id="rId14"/>
    <p:sldId id="369" r:id="rId15"/>
    <p:sldId id="378" r:id="rId16"/>
    <p:sldId id="376" r:id="rId17"/>
    <p:sldId id="377" r:id="rId18"/>
    <p:sldId id="379" r:id="rId19"/>
    <p:sldId id="380" r:id="rId20"/>
    <p:sldId id="381" r:id="rId21"/>
    <p:sldId id="382" r:id="rId22"/>
    <p:sldId id="383" r:id="rId23"/>
    <p:sldId id="385" r:id="rId24"/>
    <p:sldId id="386" r:id="rId25"/>
    <p:sldId id="384" r:id="rId26"/>
    <p:sldId id="387" r:id="rId27"/>
    <p:sldId id="389" r:id="rId28"/>
    <p:sldId id="392" r:id="rId29"/>
    <p:sldId id="390" r:id="rId30"/>
    <p:sldId id="391" r:id="rId31"/>
    <p:sldId id="393" r:id="rId32"/>
    <p:sldId id="394" r:id="rId33"/>
    <p:sldId id="395" r:id="rId34"/>
    <p:sldId id="388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332F03-5B2C-3CBD-C6D8-17CC7716A30D}" v="181" dt="2025-07-25T07:56:27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 JONG LEE" userId="d5e9c3597b4f1658" providerId="Windows Live" clId="Web-{2AF389AF-D0D5-7168-835A-AF1777FAF19E}"/>
    <pc:docChg chg="addSld delSld modSld sldOrd">
      <pc:chgData name="HYUN JONG LEE" userId="d5e9c3597b4f1658" providerId="Windows Live" clId="Web-{2AF389AF-D0D5-7168-835A-AF1777FAF19E}" dt="2025-07-18T10:18:43.793" v="162"/>
      <pc:docMkLst>
        <pc:docMk/>
      </pc:docMkLst>
      <pc:sldChg chg="del">
        <pc:chgData name="HYUN JONG LEE" userId="d5e9c3597b4f1658" providerId="Windows Live" clId="Web-{2AF389AF-D0D5-7168-835A-AF1777FAF19E}" dt="2025-07-18T09:16:32.237" v="12"/>
        <pc:sldMkLst>
          <pc:docMk/>
          <pc:sldMk cId="3104698663" sldId="258"/>
        </pc:sldMkLst>
      </pc:sldChg>
      <pc:sldChg chg="del">
        <pc:chgData name="HYUN JONG LEE" userId="d5e9c3597b4f1658" providerId="Windows Live" clId="Web-{2AF389AF-D0D5-7168-835A-AF1777FAF19E}" dt="2025-07-18T09:16:32.221" v="0"/>
        <pc:sldMkLst>
          <pc:docMk/>
          <pc:sldMk cId="2938623029" sldId="269"/>
        </pc:sldMkLst>
      </pc:sldChg>
      <pc:sldChg chg="del">
        <pc:chgData name="HYUN JONG LEE" userId="d5e9c3597b4f1658" providerId="Windows Live" clId="Web-{2AF389AF-D0D5-7168-835A-AF1777FAF19E}" dt="2025-07-18T09:16:32.237" v="11"/>
        <pc:sldMkLst>
          <pc:docMk/>
          <pc:sldMk cId="2284189342" sldId="270"/>
        </pc:sldMkLst>
      </pc:sldChg>
      <pc:sldChg chg="addSp delSp modSp">
        <pc:chgData name="HYUN JONG LEE" userId="d5e9c3597b4f1658" providerId="Windows Live" clId="Web-{2AF389AF-D0D5-7168-835A-AF1777FAF19E}" dt="2025-07-18T09:26:12.577" v="90" actId="20577"/>
        <pc:sldMkLst>
          <pc:docMk/>
          <pc:sldMk cId="2210775249" sldId="271"/>
        </pc:sldMkLst>
      </pc:sldChg>
      <pc:sldChg chg="del">
        <pc:chgData name="HYUN JONG LEE" userId="d5e9c3597b4f1658" providerId="Windows Live" clId="Web-{2AF389AF-D0D5-7168-835A-AF1777FAF19E}" dt="2025-07-18T09:16:32.237" v="18"/>
        <pc:sldMkLst>
          <pc:docMk/>
          <pc:sldMk cId="920141621" sldId="272"/>
        </pc:sldMkLst>
      </pc:sldChg>
      <pc:sldChg chg="del">
        <pc:chgData name="HYUN JONG LEE" userId="d5e9c3597b4f1658" providerId="Windows Live" clId="Web-{2AF389AF-D0D5-7168-835A-AF1777FAF19E}" dt="2025-07-18T09:16:32.237" v="17"/>
        <pc:sldMkLst>
          <pc:docMk/>
          <pc:sldMk cId="4180737612" sldId="273"/>
        </pc:sldMkLst>
      </pc:sldChg>
      <pc:sldChg chg="del">
        <pc:chgData name="HYUN JONG LEE" userId="d5e9c3597b4f1658" providerId="Windows Live" clId="Web-{2AF389AF-D0D5-7168-835A-AF1777FAF19E}" dt="2025-07-18T09:16:32.237" v="16"/>
        <pc:sldMkLst>
          <pc:docMk/>
          <pc:sldMk cId="1861763141" sldId="274"/>
        </pc:sldMkLst>
      </pc:sldChg>
      <pc:sldChg chg="del">
        <pc:chgData name="HYUN JONG LEE" userId="d5e9c3597b4f1658" providerId="Windows Live" clId="Web-{2AF389AF-D0D5-7168-835A-AF1777FAF19E}" dt="2025-07-18T09:16:32.237" v="15"/>
        <pc:sldMkLst>
          <pc:docMk/>
          <pc:sldMk cId="147596992" sldId="275"/>
        </pc:sldMkLst>
      </pc:sldChg>
      <pc:sldChg chg="del">
        <pc:chgData name="HYUN JONG LEE" userId="d5e9c3597b4f1658" providerId="Windows Live" clId="Web-{2AF389AF-D0D5-7168-835A-AF1777FAF19E}" dt="2025-07-18T09:16:32.237" v="14"/>
        <pc:sldMkLst>
          <pc:docMk/>
          <pc:sldMk cId="1127752485" sldId="276"/>
        </pc:sldMkLst>
      </pc:sldChg>
      <pc:sldChg chg="del">
        <pc:chgData name="HYUN JONG LEE" userId="d5e9c3597b4f1658" providerId="Windows Live" clId="Web-{2AF389AF-D0D5-7168-835A-AF1777FAF19E}" dt="2025-07-18T09:16:32.237" v="13"/>
        <pc:sldMkLst>
          <pc:docMk/>
          <pc:sldMk cId="871166633" sldId="277"/>
        </pc:sldMkLst>
      </pc:sldChg>
      <pc:sldChg chg="del">
        <pc:chgData name="HYUN JONG LEE" userId="d5e9c3597b4f1658" providerId="Windows Live" clId="Web-{2AF389AF-D0D5-7168-835A-AF1777FAF19E}" dt="2025-07-18T09:16:32.237" v="8"/>
        <pc:sldMkLst>
          <pc:docMk/>
          <pc:sldMk cId="3173469341" sldId="278"/>
        </pc:sldMkLst>
      </pc:sldChg>
      <pc:sldChg chg="del">
        <pc:chgData name="HYUN JONG LEE" userId="d5e9c3597b4f1658" providerId="Windows Live" clId="Web-{2AF389AF-D0D5-7168-835A-AF1777FAF19E}" dt="2025-07-18T09:16:32.221" v="7"/>
        <pc:sldMkLst>
          <pc:docMk/>
          <pc:sldMk cId="4162868055" sldId="279"/>
        </pc:sldMkLst>
      </pc:sldChg>
      <pc:sldChg chg="del">
        <pc:chgData name="HYUN JONG LEE" userId="d5e9c3597b4f1658" providerId="Windows Live" clId="Web-{2AF389AF-D0D5-7168-835A-AF1777FAF19E}" dt="2025-07-18T09:16:32.221" v="6"/>
        <pc:sldMkLst>
          <pc:docMk/>
          <pc:sldMk cId="2105850114" sldId="280"/>
        </pc:sldMkLst>
      </pc:sldChg>
      <pc:sldChg chg="del">
        <pc:chgData name="HYUN JONG LEE" userId="d5e9c3597b4f1658" providerId="Windows Live" clId="Web-{2AF389AF-D0D5-7168-835A-AF1777FAF19E}" dt="2025-07-18T09:16:32.237" v="10"/>
        <pc:sldMkLst>
          <pc:docMk/>
          <pc:sldMk cId="4157042910" sldId="281"/>
        </pc:sldMkLst>
      </pc:sldChg>
      <pc:sldChg chg="del">
        <pc:chgData name="HYUN JONG LEE" userId="d5e9c3597b4f1658" providerId="Windows Live" clId="Web-{2AF389AF-D0D5-7168-835A-AF1777FAF19E}" dt="2025-07-18T09:16:32.237" v="9"/>
        <pc:sldMkLst>
          <pc:docMk/>
          <pc:sldMk cId="99049443" sldId="283"/>
        </pc:sldMkLst>
      </pc:sldChg>
      <pc:sldChg chg="del">
        <pc:chgData name="HYUN JONG LEE" userId="d5e9c3597b4f1658" providerId="Windows Live" clId="Web-{2AF389AF-D0D5-7168-835A-AF1777FAF19E}" dt="2025-07-18T09:16:32.221" v="3"/>
        <pc:sldMkLst>
          <pc:docMk/>
          <pc:sldMk cId="1288358951" sldId="284"/>
        </pc:sldMkLst>
      </pc:sldChg>
      <pc:sldChg chg="del">
        <pc:chgData name="HYUN JONG LEE" userId="d5e9c3597b4f1658" providerId="Windows Live" clId="Web-{2AF389AF-D0D5-7168-835A-AF1777FAF19E}" dt="2025-07-18T09:16:32.221" v="2"/>
        <pc:sldMkLst>
          <pc:docMk/>
          <pc:sldMk cId="3146392362" sldId="285"/>
        </pc:sldMkLst>
      </pc:sldChg>
      <pc:sldChg chg="del">
        <pc:chgData name="HYUN JONG LEE" userId="d5e9c3597b4f1658" providerId="Windows Live" clId="Web-{2AF389AF-D0D5-7168-835A-AF1777FAF19E}" dt="2025-07-18T09:16:32.221" v="1"/>
        <pc:sldMkLst>
          <pc:docMk/>
          <pc:sldMk cId="3241657958" sldId="286"/>
        </pc:sldMkLst>
      </pc:sldChg>
      <pc:sldChg chg="del">
        <pc:chgData name="HYUN JONG LEE" userId="d5e9c3597b4f1658" providerId="Windows Live" clId="Web-{2AF389AF-D0D5-7168-835A-AF1777FAF19E}" dt="2025-07-18T09:16:32.221" v="4"/>
        <pc:sldMkLst>
          <pc:docMk/>
          <pc:sldMk cId="2575759475" sldId="287"/>
        </pc:sldMkLst>
      </pc:sldChg>
      <pc:sldChg chg="modSp">
        <pc:chgData name="HYUN JONG LEE" userId="d5e9c3597b4f1658" providerId="Windows Live" clId="Web-{2AF389AF-D0D5-7168-835A-AF1777FAF19E}" dt="2025-07-18T09:16:49.190" v="25" actId="20577"/>
        <pc:sldMkLst>
          <pc:docMk/>
          <pc:sldMk cId="813717488" sldId="310"/>
        </pc:sldMkLst>
        <pc:spChg chg="mod">
          <ac:chgData name="HYUN JONG LEE" userId="d5e9c3597b4f1658" providerId="Windows Live" clId="Web-{2AF389AF-D0D5-7168-835A-AF1777FAF19E}" dt="2025-07-18T09:16:49.190" v="25" actId="20577"/>
          <ac:spMkLst>
            <pc:docMk/>
            <pc:sldMk cId="813717488" sldId="310"/>
            <ac:spMk id="3" creationId="{9E512D6E-9639-3D78-A2A0-4873A9F80F1F}"/>
          </ac:spMkLst>
        </pc:spChg>
      </pc:sldChg>
      <pc:sldChg chg="del">
        <pc:chgData name="HYUN JONG LEE" userId="d5e9c3597b4f1658" providerId="Windows Live" clId="Web-{2AF389AF-D0D5-7168-835A-AF1777FAF19E}" dt="2025-07-18T09:16:32.221" v="5"/>
        <pc:sldMkLst>
          <pc:docMk/>
          <pc:sldMk cId="65004942" sldId="311"/>
        </pc:sldMkLst>
      </pc:sldChg>
      <pc:sldChg chg="addSp modSp add replId">
        <pc:chgData name="HYUN JONG LEE" userId="d5e9c3597b4f1658" providerId="Windows Live" clId="Web-{2AF389AF-D0D5-7168-835A-AF1777FAF19E}" dt="2025-07-18T09:49:36.092" v="160" actId="20577"/>
        <pc:sldMkLst>
          <pc:docMk/>
          <pc:sldMk cId="2990695386" sldId="311"/>
        </pc:sldMkLst>
      </pc:sldChg>
      <pc:sldChg chg="addSp modSp add replId">
        <pc:chgData name="HYUN JONG LEE" userId="d5e9c3597b4f1658" providerId="Windows Live" clId="Web-{2AF389AF-D0D5-7168-835A-AF1777FAF19E}" dt="2025-07-18T10:18:43.793" v="162"/>
        <pc:sldMkLst>
          <pc:docMk/>
          <pc:sldMk cId="2960349146" sldId="312"/>
        </pc:sldMkLst>
      </pc:sldChg>
      <pc:sldChg chg="addSp modSp add ord replId">
        <pc:chgData name="HYUN JONG LEE" userId="d5e9c3597b4f1658" providerId="Windows Live" clId="Web-{2AF389AF-D0D5-7168-835A-AF1777FAF19E}" dt="2025-07-18T09:49:38.904" v="161" actId="20577"/>
        <pc:sldMkLst>
          <pc:docMk/>
          <pc:sldMk cId="3989768937" sldId="313"/>
        </pc:sldMkLst>
      </pc:sldChg>
      <pc:sldChg chg="add replId">
        <pc:chgData name="HYUN JONG LEE" userId="d5e9c3597b4f1658" providerId="Windows Live" clId="Web-{2AF389AF-D0D5-7168-835A-AF1777FAF19E}" dt="2025-07-18T09:17:12.159" v="30"/>
        <pc:sldMkLst>
          <pc:docMk/>
          <pc:sldMk cId="3973748320" sldId="314"/>
        </pc:sldMkLst>
      </pc:sldChg>
      <pc:sldChg chg="add replId">
        <pc:chgData name="HYUN JONG LEE" userId="d5e9c3597b4f1658" providerId="Windows Live" clId="Web-{2AF389AF-D0D5-7168-835A-AF1777FAF19E}" dt="2025-07-18T09:17:12.175" v="31"/>
        <pc:sldMkLst>
          <pc:docMk/>
          <pc:sldMk cId="897858435" sldId="315"/>
        </pc:sldMkLst>
      </pc:sldChg>
      <pc:sldChg chg="add replId">
        <pc:chgData name="HYUN JONG LEE" userId="d5e9c3597b4f1658" providerId="Windows Live" clId="Web-{2AF389AF-D0D5-7168-835A-AF1777FAF19E}" dt="2025-07-18T09:17:12.175" v="32"/>
        <pc:sldMkLst>
          <pc:docMk/>
          <pc:sldMk cId="2108997527" sldId="316"/>
        </pc:sldMkLst>
      </pc:sldChg>
      <pc:sldChg chg="add replId">
        <pc:chgData name="HYUN JONG LEE" userId="d5e9c3597b4f1658" providerId="Windows Live" clId="Web-{2AF389AF-D0D5-7168-835A-AF1777FAF19E}" dt="2025-07-18T09:17:12.191" v="33"/>
        <pc:sldMkLst>
          <pc:docMk/>
          <pc:sldMk cId="4104574495" sldId="317"/>
        </pc:sldMkLst>
      </pc:sldChg>
      <pc:sldChg chg="add replId">
        <pc:chgData name="HYUN JONG LEE" userId="d5e9c3597b4f1658" providerId="Windows Live" clId="Web-{2AF389AF-D0D5-7168-835A-AF1777FAF19E}" dt="2025-07-18T09:17:17.394" v="34"/>
        <pc:sldMkLst>
          <pc:docMk/>
          <pc:sldMk cId="170141488" sldId="318"/>
        </pc:sldMkLst>
      </pc:sldChg>
      <pc:sldChg chg="add replId">
        <pc:chgData name="HYUN JONG LEE" userId="d5e9c3597b4f1658" providerId="Windows Live" clId="Web-{2AF389AF-D0D5-7168-835A-AF1777FAF19E}" dt="2025-07-18T09:17:17.394" v="35"/>
        <pc:sldMkLst>
          <pc:docMk/>
          <pc:sldMk cId="3372076003" sldId="319"/>
        </pc:sldMkLst>
      </pc:sldChg>
      <pc:sldChg chg="add replId">
        <pc:chgData name="HYUN JONG LEE" userId="d5e9c3597b4f1658" providerId="Windows Live" clId="Web-{2AF389AF-D0D5-7168-835A-AF1777FAF19E}" dt="2025-07-18T09:17:17.410" v="36"/>
        <pc:sldMkLst>
          <pc:docMk/>
          <pc:sldMk cId="970605795" sldId="320"/>
        </pc:sldMkLst>
      </pc:sldChg>
      <pc:sldChg chg="add replId">
        <pc:chgData name="HYUN JONG LEE" userId="d5e9c3597b4f1658" providerId="Windows Live" clId="Web-{2AF389AF-D0D5-7168-835A-AF1777FAF19E}" dt="2025-07-18T09:17:17.410" v="37"/>
        <pc:sldMkLst>
          <pc:docMk/>
          <pc:sldMk cId="4035305479" sldId="321"/>
        </pc:sldMkLst>
      </pc:sldChg>
      <pc:sldChg chg="add replId">
        <pc:chgData name="HYUN JONG LEE" userId="d5e9c3597b4f1658" providerId="Windows Live" clId="Web-{2AF389AF-D0D5-7168-835A-AF1777FAF19E}" dt="2025-07-18T09:17:17.425" v="38"/>
        <pc:sldMkLst>
          <pc:docMk/>
          <pc:sldMk cId="886938873" sldId="322"/>
        </pc:sldMkLst>
      </pc:sldChg>
      <pc:sldChg chg="add replId">
        <pc:chgData name="HYUN JONG LEE" userId="d5e9c3597b4f1658" providerId="Windows Live" clId="Web-{2AF389AF-D0D5-7168-835A-AF1777FAF19E}" dt="2025-07-18T09:17:17.425" v="39"/>
        <pc:sldMkLst>
          <pc:docMk/>
          <pc:sldMk cId="94505350" sldId="323"/>
        </pc:sldMkLst>
      </pc:sldChg>
      <pc:sldChg chg="add replId">
        <pc:chgData name="HYUN JONG LEE" userId="d5e9c3597b4f1658" providerId="Windows Live" clId="Web-{2AF389AF-D0D5-7168-835A-AF1777FAF19E}" dt="2025-07-18T09:17:17.441" v="40"/>
        <pc:sldMkLst>
          <pc:docMk/>
          <pc:sldMk cId="1546680556" sldId="324"/>
        </pc:sldMkLst>
      </pc:sldChg>
      <pc:sldChg chg="add replId">
        <pc:chgData name="HYUN JONG LEE" userId="d5e9c3597b4f1658" providerId="Windows Live" clId="Web-{2AF389AF-D0D5-7168-835A-AF1777FAF19E}" dt="2025-07-18T09:17:17.441" v="41"/>
        <pc:sldMkLst>
          <pc:docMk/>
          <pc:sldMk cId="4758557" sldId="325"/>
        </pc:sldMkLst>
      </pc:sldChg>
    </pc:docChg>
  </pc:docChgLst>
  <pc:docChgLst>
    <pc:chgData name="LEE HYUN JONG" userId="d5e9c3597b4f1658" providerId="Windows Live" clId="Web-{648384FB-E2E4-400E-BF06-F5D24ACBA32E}"/>
    <pc:docChg chg="modSld">
      <pc:chgData name="LEE HYUN JONG" userId="d5e9c3597b4f1658" providerId="Windows Live" clId="Web-{648384FB-E2E4-400E-BF06-F5D24ACBA32E}" dt="2024-07-26T05:43:39.587" v="0" actId="20577"/>
      <pc:docMkLst>
        <pc:docMk/>
      </pc:docMkLst>
      <pc:sldChg chg="modSp">
        <pc:chgData name="LEE HYUN JONG" userId="d5e9c3597b4f1658" providerId="Windows Live" clId="Web-{648384FB-E2E4-400E-BF06-F5D24ACBA32E}" dt="2024-07-26T05:43:39.587" v="0" actId="20577"/>
        <pc:sldMkLst>
          <pc:docMk/>
          <pc:sldMk cId="3569210928" sldId="256"/>
        </pc:sldMkLst>
      </pc:sldChg>
    </pc:docChg>
  </pc:docChgLst>
  <pc:docChgLst>
    <pc:chgData name="LEE HYUN JONG" userId="d5e9c3597b4f1658" providerId="Windows Live" clId="Web-{01264861-1BDB-4BD3-B994-E5C9B011667C}"/>
    <pc:docChg chg="delSld modSld">
      <pc:chgData name="LEE HYUN JONG" userId="d5e9c3597b4f1658" providerId="Windows Live" clId="Web-{01264861-1BDB-4BD3-B994-E5C9B011667C}" dt="2024-07-26T05:42:49.533" v="23"/>
      <pc:docMkLst>
        <pc:docMk/>
      </pc:docMkLst>
      <pc:sldChg chg="modSp">
        <pc:chgData name="LEE HYUN JONG" userId="d5e9c3597b4f1658" providerId="Windows Live" clId="Web-{01264861-1BDB-4BD3-B994-E5C9B011667C}" dt="2024-07-26T05:42:11.688" v="1" actId="20577"/>
        <pc:sldMkLst>
          <pc:docMk/>
          <pc:sldMk cId="3569210928" sldId="256"/>
        </pc:sldMkLst>
      </pc:sldChg>
      <pc:sldChg chg="del">
        <pc:chgData name="LEE HYUN JONG" userId="d5e9c3597b4f1658" providerId="Windows Live" clId="Web-{01264861-1BDB-4BD3-B994-E5C9B011667C}" dt="2024-07-26T05:42:21.829" v="2"/>
        <pc:sldMkLst>
          <pc:docMk/>
          <pc:sldMk cId="3827241726" sldId="257"/>
        </pc:sldMkLst>
      </pc:sldChg>
      <pc:sldChg chg="modSp">
        <pc:chgData name="LEE HYUN JONG" userId="d5e9c3597b4f1658" providerId="Windows Live" clId="Web-{01264861-1BDB-4BD3-B994-E5C9B011667C}" dt="2024-07-26T05:42:46.126" v="13" actId="20577"/>
        <pc:sldMkLst>
          <pc:docMk/>
          <pc:sldMk cId="3104698663" sldId="258"/>
        </pc:sldMkLst>
      </pc:sldChg>
      <pc:sldChg chg="del">
        <pc:chgData name="LEE HYUN JONG" userId="d5e9c3597b4f1658" providerId="Windows Live" clId="Web-{01264861-1BDB-4BD3-B994-E5C9B011667C}" dt="2024-07-26T05:42:49.533" v="23"/>
        <pc:sldMkLst>
          <pc:docMk/>
          <pc:sldMk cId="3118821301" sldId="259"/>
        </pc:sldMkLst>
      </pc:sldChg>
      <pc:sldChg chg="del">
        <pc:chgData name="LEE HYUN JONG" userId="d5e9c3597b4f1658" providerId="Windows Live" clId="Web-{01264861-1BDB-4BD3-B994-E5C9B011667C}" dt="2024-07-26T05:42:49.533" v="21"/>
        <pc:sldMkLst>
          <pc:docMk/>
          <pc:sldMk cId="3825237573" sldId="260"/>
        </pc:sldMkLst>
      </pc:sldChg>
      <pc:sldChg chg="del">
        <pc:chgData name="LEE HYUN JONG" userId="d5e9c3597b4f1658" providerId="Windows Live" clId="Web-{01264861-1BDB-4BD3-B994-E5C9B011667C}" dt="2024-07-26T05:42:49.533" v="22"/>
        <pc:sldMkLst>
          <pc:docMk/>
          <pc:sldMk cId="175715229" sldId="261"/>
        </pc:sldMkLst>
      </pc:sldChg>
      <pc:sldChg chg="del">
        <pc:chgData name="LEE HYUN JONG" userId="d5e9c3597b4f1658" providerId="Windows Live" clId="Web-{01264861-1BDB-4BD3-B994-E5C9B011667C}" dt="2024-07-26T05:42:49.533" v="20"/>
        <pc:sldMkLst>
          <pc:docMk/>
          <pc:sldMk cId="3035015122" sldId="262"/>
        </pc:sldMkLst>
      </pc:sldChg>
      <pc:sldChg chg="del">
        <pc:chgData name="LEE HYUN JONG" userId="d5e9c3597b4f1658" providerId="Windows Live" clId="Web-{01264861-1BDB-4BD3-B994-E5C9B011667C}" dt="2024-07-26T05:42:49.533" v="19"/>
        <pc:sldMkLst>
          <pc:docMk/>
          <pc:sldMk cId="1211797845" sldId="263"/>
        </pc:sldMkLst>
      </pc:sldChg>
      <pc:sldChg chg="del">
        <pc:chgData name="LEE HYUN JONG" userId="d5e9c3597b4f1658" providerId="Windows Live" clId="Web-{01264861-1BDB-4BD3-B994-E5C9B011667C}" dt="2024-07-26T05:42:49.533" v="18"/>
        <pc:sldMkLst>
          <pc:docMk/>
          <pc:sldMk cId="2481277477" sldId="264"/>
        </pc:sldMkLst>
      </pc:sldChg>
      <pc:sldChg chg="del">
        <pc:chgData name="LEE HYUN JONG" userId="d5e9c3597b4f1658" providerId="Windows Live" clId="Web-{01264861-1BDB-4BD3-B994-E5C9B011667C}" dt="2024-07-26T05:42:49.533" v="17"/>
        <pc:sldMkLst>
          <pc:docMk/>
          <pc:sldMk cId="3754441800" sldId="265"/>
        </pc:sldMkLst>
      </pc:sldChg>
      <pc:sldChg chg="del">
        <pc:chgData name="LEE HYUN JONG" userId="d5e9c3597b4f1658" providerId="Windows Live" clId="Web-{01264861-1BDB-4BD3-B994-E5C9B011667C}" dt="2024-07-26T05:42:49.533" v="16"/>
        <pc:sldMkLst>
          <pc:docMk/>
          <pc:sldMk cId="2876676925" sldId="266"/>
        </pc:sldMkLst>
      </pc:sldChg>
      <pc:sldChg chg="del">
        <pc:chgData name="LEE HYUN JONG" userId="d5e9c3597b4f1658" providerId="Windows Live" clId="Web-{01264861-1BDB-4BD3-B994-E5C9B011667C}" dt="2024-07-26T05:42:49.533" v="15"/>
        <pc:sldMkLst>
          <pc:docMk/>
          <pc:sldMk cId="1979328867" sldId="267"/>
        </pc:sldMkLst>
      </pc:sldChg>
      <pc:sldChg chg="del">
        <pc:chgData name="LEE HYUN JONG" userId="d5e9c3597b4f1658" providerId="Windows Live" clId="Web-{01264861-1BDB-4BD3-B994-E5C9B011667C}" dt="2024-07-26T05:42:49.533" v="14"/>
        <pc:sldMkLst>
          <pc:docMk/>
          <pc:sldMk cId="3642191087" sldId="268"/>
        </pc:sldMkLst>
      </pc:sldChg>
    </pc:docChg>
  </pc:docChgLst>
  <pc:docChgLst>
    <pc:chgData name="HYUN JONG LEE" userId="d5e9c3597b4f1658" providerId="Windows Live" clId="Web-{77332F03-5B2C-3CBD-C6D8-17CC7716A30D}"/>
    <pc:docChg chg="addSld delSld modSld">
      <pc:chgData name="HYUN JONG LEE" userId="d5e9c3597b4f1658" providerId="Windows Live" clId="Web-{77332F03-5B2C-3CBD-C6D8-17CC7716A30D}" dt="2025-07-25T07:56:27.218" v="139" actId="14100"/>
      <pc:docMkLst>
        <pc:docMk/>
      </pc:docMkLst>
      <pc:sldChg chg="modSp">
        <pc:chgData name="HYUN JONG LEE" userId="d5e9c3597b4f1658" providerId="Windows Live" clId="Web-{77332F03-5B2C-3CBD-C6D8-17CC7716A30D}" dt="2025-07-25T07:32:14.121" v="2" actId="20577"/>
        <pc:sldMkLst>
          <pc:docMk/>
          <pc:sldMk cId="813717488" sldId="310"/>
        </pc:sldMkLst>
        <pc:spChg chg="mod">
          <ac:chgData name="HYUN JONG LEE" userId="d5e9c3597b4f1658" providerId="Windows Live" clId="Web-{77332F03-5B2C-3CBD-C6D8-17CC7716A30D}" dt="2025-07-25T07:32:14.121" v="2" actId="20577"/>
          <ac:spMkLst>
            <pc:docMk/>
            <pc:sldMk cId="813717488" sldId="310"/>
            <ac:spMk id="3" creationId="{9E512D6E-9639-3D78-A2A0-4873A9F80F1F}"/>
          </ac:spMkLst>
        </pc:spChg>
      </pc:sldChg>
      <pc:sldChg chg="del">
        <pc:chgData name="HYUN JONG LEE" userId="d5e9c3597b4f1658" providerId="Windows Live" clId="Web-{77332F03-5B2C-3CBD-C6D8-17CC7716A30D}" dt="2025-07-25T07:32:07.699" v="0"/>
        <pc:sldMkLst>
          <pc:docMk/>
          <pc:sldMk cId="2990695386" sldId="311"/>
        </pc:sldMkLst>
      </pc:sldChg>
      <pc:sldChg chg="addSp modSp">
        <pc:chgData name="HYUN JONG LEE" userId="d5e9c3597b4f1658" providerId="Windows Live" clId="Web-{77332F03-5B2C-3CBD-C6D8-17CC7716A30D}" dt="2025-07-25T07:51:25.426" v="85" actId="20577"/>
        <pc:sldMkLst>
          <pc:docMk/>
          <pc:sldMk cId="3973748320" sldId="314"/>
        </pc:sldMkLst>
        <pc:spChg chg="mod">
          <ac:chgData name="HYUN JONG LEE" userId="d5e9c3597b4f1658" providerId="Windows Live" clId="Web-{77332F03-5B2C-3CBD-C6D8-17CC7716A30D}" dt="2025-07-25T07:51:25.426" v="85" actId="20577"/>
          <ac:spMkLst>
            <pc:docMk/>
            <pc:sldMk cId="3973748320" sldId="314"/>
            <ac:spMk id="4" creationId="{1E3C80EB-394F-65B8-BCAF-0DC8DA1714CE}"/>
          </ac:spMkLst>
        </pc:spChg>
        <pc:picChg chg="add mod">
          <ac:chgData name="HYUN JONG LEE" userId="d5e9c3597b4f1658" providerId="Windows Live" clId="Web-{77332F03-5B2C-3CBD-C6D8-17CC7716A30D}" dt="2025-07-25T07:45:43.774" v="56" actId="1076"/>
          <ac:picMkLst>
            <pc:docMk/>
            <pc:sldMk cId="3973748320" sldId="314"/>
            <ac:picMk id="2" creationId="{BBA21B29-F9F7-CEC6-E476-951AC23EC370}"/>
          </ac:picMkLst>
        </pc:picChg>
        <pc:picChg chg="add mod">
          <ac:chgData name="HYUN JONG LEE" userId="d5e9c3597b4f1658" providerId="Windows Live" clId="Web-{77332F03-5B2C-3CBD-C6D8-17CC7716A30D}" dt="2025-07-25T07:46:24.838" v="62" actId="1076"/>
          <ac:picMkLst>
            <pc:docMk/>
            <pc:sldMk cId="3973748320" sldId="314"/>
            <ac:picMk id="5" creationId="{A1DAAA94-4269-5055-A264-41005D4BE08A}"/>
          </ac:picMkLst>
        </pc:picChg>
        <pc:picChg chg="add mod">
          <ac:chgData name="HYUN JONG LEE" userId="d5e9c3597b4f1658" providerId="Windows Live" clId="Web-{77332F03-5B2C-3CBD-C6D8-17CC7716A30D}" dt="2025-07-25T07:47:19.965" v="67" actId="1076"/>
          <ac:picMkLst>
            <pc:docMk/>
            <pc:sldMk cId="3973748320" sldId="314"/>
            <ac:picMk id="6" creationId="{11C1280F-CA04-E456-4EDA-A25ADE545DCF}"/>
          </ac:picMkLst>
        </pc:picChg>
      </pc:sldChg>
      <pc:sldChg chg="addSp modSp">
        <pc:chgData name="HYUN JONG LEE" userId="d5e9c3597b4f1658" providerId="Windows Live" clId="Web-{77332F03-5B2C-3CBD-C6D8-17CC7716A30D}" dt="2025-07-25T07:51:19.988" v="83" actId="20577"/>
        <pc:sldMkLst>
          <pc:docMk/>
          <pc:sldMk cId="897858435" sldId="315"/>
        </pc:sldMkLst>
        <pc:spChg chg="mod">
          <ac:chgData name="HYUN JONG LEE" userId="d5e9c3597b4f1658" providerId="Windows Live" clId="Web-{77332F03-5B2C-3CBD-C6D8-17CC7716A30D}" dt="2025-07-25T07:51:19.988" v="83" actId="20577"/>
          <ac:spMkLst>
            <pc:docMk/>
            <pc:sldMk cId="897858435" sldId="315"/>
            <ac:spMk id="4" creationId="{6DC7BB61-3049-0CC3-E609-60BB13F9E363}"/>
          </ac:spMkLst>
        </pc:spChg>
        <pc:picChg chg="add mod">
          <ac:chgData name="HYUN JONG LEE" userId="d5e9c3597b4f1658" providerId="Windows Live" clId="Web-{77332F03-5B2C-3CBD-C6D8-17CC7716A30D}" dt="2025-07-25T07:41:33.140" v="45" actId="1076"/>
          <ac:picMkLst>
            <pc:docMk/>
            <pc:sldMk cId="897858435" sldId="315"/>
            <ac:picMk id="2" creationId="{C25FAE63-0330-BA67-4244-CCAAFA348129}"/>
          </ac:picMkLst>
        </pc:picChg>
        <pc:picChg chg="add mod">
          <ac:chgData name="HYUN JONG LEE" userId="d5e9c3597b4f1658" providerId="Windows Live" clId="Web-{77332F03-5B2C-3CBD-C6D8-17CC7716A30D}" dt="2025-07-25T07:43:47.192" v="48" actId="1076"/>
          <ac:picMkLst>
            <pc:docMk/>
            <pc:sldMk cId="897858435" sldId="315"/>
            <ac:picMk id="5" creationId="{F8C4FE5C-EDEA-D3F5-55D9-F38130942EF8}"/>
          </ac:picMkLst>
        </pc:picChg>
        <pc:picChg chg="add mod">
          <ac:chgData name="HYUN JONG LEE" userId="d5e9c3597b4f1658" providerId="Windows Live" clId="Web-{77332F03-5B2C-3CBD-C6D8-17CC7716A30D}" dt="2025-07-25T07:45:06.179" v="52" actId="1076"/>
          <ac:picMkLst>
            <pc:docMk/>
            <pc:sldMk cId="897858435" sldId="315"/>
            <ac:picMk id="6" creationId="{87781CB1-4662-4DBB-A4AB-B53325EED470}"/>
          </ac:picMkLst>
        </pc:picChg>
      </pc:sldChg>
      <pc:sldChg chg="addSp delSp modSp">
        <pc:chgData name="HYUN JONG LEE" userId="d5e9c3597b4f1658" providerId="Windows Live" clId="Web-{77332F03-5B2C-3CBD-C6D8-17CC7716A30D}" dt="2025-07-25T07:40:12.684" v="41" actId="1076"/>
        <pc:sldMkLst>
          <pc:docMk/>
          <pc:sldMk cId="2108997527" sldId="316"/>
        </pc:sldMkLst>
        <pc:spChg chg="mod">
          <ac:chgData name="HYUN JONG LEE" userId="d5e9c3597b4f1658" providerId="Windows Live" clId="Web-{77332F03-5B2C-3CBD-C6D8-17CC7716A30D}" dt="2025-07-25T07:33:34.655" v="15" actId="20577"/>
          <ac:spMkLst>
            <pc:docMk/>
            <pc:sldMk cId="2108997527" sldId="316"/>
            <ac:spMk id="4" creationId="{A2E40E29-62B8-D6DF-E49B-84BDC35C9329}"/>
          </ac:spMkLst>
        </pc:spChg>
        <pc:picChg chg="add del mod">
          <ac:chgData name="HYUN JONG LEE" userId="d5e9c3597b4f1658" providerId="Windows Live" clId="Web-{77332F03-5B2C-3CBD-C6D8-17CC7716A30D}" dt="2025-07-25T07:37:44.992" v="26"/>
          <ac:picMkLst>
            <pc:docMk/>
            <pc:sldMk cId="2108997527" sldId="316"/>
            <ac:picMk id="2" creationId="{3FDC35AB-B81A-5C8F-A8C6-50C69668EFCC}"/>
          </ac:picMkLst>
        </pc:picChg>
        <pc:picChg chg="add mod">
          <ac:chgData name="HYUN JONG LEE" userId="d5e9c3597b4f1658" providerId="Windows Live" clId="Web-{77332F03-5B2C-3CBD-C6D8-17CC7716A30D}" dt="2025-07-25T07:40:12.684" v="41" actId="1076"/>
          <ac:picMkLst>
            <pc:docMk/>
            <pc:sldMk cId="2108997527" sldId="316"/>
            <ac:picMk id="5" creationId="{BA6B904A-B50F-935C-2681-2794A076255B}"/>
          </ac:picMkLst>
        </pc:picChg>
        <pc:picChg chg="add mod">
          <ac:chgData name="HYUN JONG LEE" userId="d5e9c3597b4f1658" providerId="Windows Live" clId="Web-{77332F03-5B2C-3CBD-C6D8-17CC7716A30D}" dt="2025-07-25T07:40:12.684" v="40" actId="1076"/>
          <ac:picMkLst>
            <pc:docMk/>
            <pc:sldMk cId="2108997527" sldId="316"/>
            <ac:picMk id="6" creationId="{6C5C0378-24C0-F0CC-90B6-333917D7EC64}"/>
          </ac:picMkLst>
        </pc:picChg>
      </pc:sldChg>
      <pc:sldChg chg="addSp delSp modSp">
        <pc:chgData name="HYUN JONG LEE" userId="d5e9c3597b4f1658" providerId="Windows Live" clId="Web-{77332F03-5B2C-3CBD-C6D8-17CC7716A30D}" dt="2025-07-25T07:38:03.914" v="29" actId="14100"/>
        <pc:sldMkLst>
          <pc:docMk/>
          <pc:sldMk cId="4104574495" sldId="317"/>
        </pc:sldMkLst>
        <pc:spChg chg="mod">
          <ac:chgData name="HYUN JONG LEE" userId="d5e9c3597b4f1658" providerId="Windows Live" clId="Web-{77332F03-5B2C-3CBD-C6D8-17CC7716A30D}" dt="2025-07-25T07:32:31.700" v="7" actId="20577"/>
          <ac:spMkLst>
            <pc:docMk/>
            <pc:sldMk cId="4104574495" sldId="317"/>
            <ac:spMk id="4" creationId="{198FEDCA-C431-88E6-1A3B-64DFE95BC5A0}"/>
          </ac:spMkLst>
        </pc:spChg>
        <pc:picChg chg="add del mod">
          <ac:chgData name="HYUN JONG LEE" userId="d5e9c3597b4f1658" providerId="Windows Live" clId="Web-{77332F03-5B2C-3CBD-C6D8-17CC7716A30D}" dt="2025-07-25T07:37:08.303" v="20"/>
          <ac:picMkLst>
            <pc:docMk/>
            <pc:sldMk cId="4104574495" sldId="317"/>
            <ac:picMk id="2" creationId="{CD16C050-D278-C744-59B3-2305776CB692}"/>
          </ac:picMkLst>
        </pc:picChg>
        <pc:picChg chg="add mod">
          <ac:chgData name="HYUN JONG LEE" userId="d5e9c3597b4f1658" providerId="Windows Live" clId="Web-{77332F03-5B2C-3CBD-C6D8-17CC7716A30D}" dt="2025-07-25T07:37:41.320" v="25" actId="1076"/>
          <ac:picMkLst>
            <pc:docMk/>
            <pc:sldMk cId="4104574495" sldId="317"/>
            <ac:picMk id="5" creationId="{8C41EC1F-8AEE-A106-115A-2BFEA5AF4786}"/>
          </ac:picMkLst>
        </pc:picChg>
        <pc:picChg chg="add mod">
          <ac:chgData name="HYUN JONG LEE" userId="d5e9c3597b4f1658" providerId="Windows Live" clId="Web-{77332F03-5B2C-3CBD-C6D8-17CC7716A30D}" dt="2025-07-25T07:38:03.914" v="29" actId="14100"/>
          <ac:picMkLst>
            <pc:docMk/>
            <pc:sldMk cId="4104574495" sldId="317"/>
            <ac:picMk id="6" creationId="{EE53FB22-76FE-06C0-C9D2-B546D80C16C2}"/>
          </ac:picMkLst>
        </pc:picChg>
      </pc:sldChg>
      <pc:sldChg chg="addSp modSp">
        <pc:chgData name="HYUN JONG LEE" userId="d5e9c3597b4f1658" providerId="Windows Live" clId="Web-{77332F03-5B2C-3CBD-C6D8-17CC7716A30D}" dt="2025-07-25T07:56:27.218" v="139" actId="14100"/>
        <pc:sldMkLst>
          <pc:docMk/>
          <pc:sldMk cId="1546680556" sldId="324"/>
        </pc:sldMkLst>
        <pc:picChg chg="add mod">
          <ac:chgData name="HYUN JONG LEE" userId="d5e9c3597b4f1658" providerId="Windows Live" clId="Web-{77332F03-5B2C-3CBD-C6D8-17CC7716A30D}" dt="2025-07-25T07:55:53.076" v="135" actId="1076"/>
          <ac:picMkLst>
            <pc:docMk/>
            <pc:sldMk cId="1546680556" sldId="324"/>
            <ac:picMk id="2" creationId="{2AC8FE2C-904C-41E6-145C-1CA65CBF1A95}"/>
          </ac:picMkLst>
        </pc:picChg>
        <pc:picChg chg="add mod">
          <ac:chgData name="HYUN JONG LEE" userId="d5e9c3597b4f1658" providerId="Windows Live" clId="Web-{77332F03-5B2C-3CBD-C6D8-17CC7716A30D}" dt="2025-07-25T07:56:27.218" v="139" actId="14100"/>
          <ac:picMkLst>
            <pc:docMk/>
            <pc:sldMk cId="1546680556" sldId="324"/>
            <ac:picMk id="5" creationId="{740C3631-A2F9-340E-A2B7-B4004E4A00D6}"/>
          </ac:picMkLst>
        </pc:picChg>
      </pc:sldChg>
      <pc:sldChg chg="addSp modSp">
        <pc:chgData name="HYUN JONG LEE" userId="d5e9c3597b4f1658" providerId="Windows Live" clId="Web-{77332F03-5B2C-3CBD-C6D8-17CC7716A30D}" dt="2025-07-25T07:51:31.708" v="87" actId="20577"/>
        <pc:sldMkLst>
          <pc:docMk/>
          <pc:sldMk cId="4758557" sldId="325"/>
        </pc:sldMkLst>
        <pc:spChg chg="mod">
          <ac:chgData name="HYUN JONG LEE" userId="d5e9c3597b4f1658" providerId="Windows Live" clId="Web-{77332F03-5B2C-3CBD-C6D8-17CC7716A30D}" dt="2025-07-25T07:51:31.708" v="87" actId="20577"/>
          <ac:spMkLst>
            <pc:docMk/>
            <pc:sldMk cId="4758557" sldId="325"/>
            <ac:spMk id="4" creationId="{B379E15C-D509-E410-D501-D3388051AC02}"/>
          </ac:spMkLst>
        </pc:spChg>
        <pc:picChg chg="add mod">
          <ac:chgData name="HYUN JONG LEE" userId="d5e9c3597b4f1658" providerId="Windows Live" clId="Web-{77332F03-5B2C-3CBD-C6D8-17CC7716A30D}" dt="2025-07-25T07:49:30.047" v="72" actId="1076"/>
          <ac:picMkLst>
            <pc:docMk/>
            <pc:sldMk cId="4758557" sldId="325"/>
            <ac:picMk id="2" creationId="{C8BAE85E-B617-3B2D-027C-E2F8ACE192FB}"/>
          </ac:picMkLst>
        </pc:picChg>
        <pc:picChg chg="add mod">
          <ac:chgData name="HYUN JONG LEE" userId="d5e9c3597b4f1658" providerId="Windows Live" clId="Web-{77332F03-5B2C-3CBD-C6D8-17CC7716A30D}" dt="2025-07-25T07:50:11.533" v="77" actId="14100"/>
          <ac:picMkLst>
            <pc:docMk/>
            <pc:sldMk cId="4758557" sldId="325"/>
            <ac:picMk id="5" creationId="{FC1FFA77-D510-6E94-3468-5A160DAE91BA}"/>
          </ac:picMkLst>
        </pc:picChg>
        <pc:picChg chg="add mod">
          <ac:chgData name="HYUN JONG LEE" userId="d5e9c3597b4f1658" providerId="Windows Live" clId="Web-{77332F03-5B2C-3CBD-C6D8-17CC7716A30D}" dt="2025-07-25T07:50:43.096" v="81" actId="1076"/>
          <ac:picMkLst>
            <pc:docMk/>
            <pc:sldMk cId="4758557" sldId="325"/>
            <ac:picMk id="6" creationId="{BC8F7C45-D00D-B433-1D86-CFDDA8EA59D5}"/>
          </ac:picMkLst>
        </pc:picChg>
      </pc:sldChg>
      <pc:sldChg chg="add replId">
        <pc:chgData name="HYUN JONG LEE" userId="d5e9c3597b4f1658" providerId="Windows Live" clId="Web-{77332F03-5B2C-3CBD-C6D8-17CC7716A30D}" dt="2025-07-25T07:51:46.161" v="88"/>
        <pc:sldMkLst>
          <pc:docMk/>
          <pc:sldMk cId="3823773585" sldId="326"/>
        </pc:sldMkLst>
      </pc:sldChg>
      <pc:sldChg chg="add replId">
        <pc:chgData name="HYUN JONG LEE" userId="d5e9c3597b4f1658" providerId="Windows Live" clId="Web-{77332F03-5B2C-3CBD-C6D8-17CC7716A30D}" dt="2025-07-25T07:51:46.177" v="89"/>
        <pc:sldMkLst>
          <pc:docMk/>
          <pc:sldMk cId="1828255754" sldId="327"/>
        </pc:sldMkLst>
      </pc:sldChg>
      <pc:sldChg chg="add replId">
        <pc:chgData name="HYUN JONG LEE" userId="d5e9c3597b4f1658" providerId="Windows Live" clId="Web-{77332F03-5B2C-3CBD-C6D8-17CC7716A30D}" dt="2025-07-25T07:51:46.192" v="90"/>
        <pc:sldMkLst>
          <pc:docMk/>
          <pc:sldMk cId="3514914395" sldId="328"/>
        </pc:sldMkLst>
      </pc:sldChg>
      <pc:sldChg chg="add replId">
        <pc:chgData name="HYUN JONG LEE" userId="d5e9c3597b4f1658" providerId="Windows Live" clId="Web-{77332F03-5B2C-3CBD-C6D8-17CC7716A30D}" dt="2025-07-25T07:51:46.192" v="91"/>
        <pc:sldMkLst>
          <pc:docMk/>
          <pc:sldMk cId="3309798061" sldId="329"/>
        </pc:sldMkLst>
      </pc:sldChg>
      <pc:sldChg chg="add replId">
        <pc:chgData name="HYUN JONG LEE" userId="d5e9c3597b4f1658" providerId="Windows Live" clId="Web-{77332F03-5B2C-3CBD-C6D8-17CC7716A30D}" dt="2025-07-25T07:51:46.224" v="92"/>
        <pc:sldMkLst>
          <pc:docMk/>
          <pc:sldMk cId="1242203481" sldId="330"/>
        </pc:sldMkLst>
      </pc:sldChg>
      <pc:sldChg chg="add replId">
        <pc:chgData name="HYUN JONG LEE" userId="d5e9c3597b4f1658" providerId="Windows Live" clId="Web-{77332F03-5B2C-3CBD-C6D8-17CC7716A30D}" dt="2025-07-25T07:51:46.224" v="93"/>
        <pc:sldMkLst>
          <pc:docMk/>
          <pc:sldMk cId="2752568799" sldId="331"/>
        </pc:sldMkLst>
      </pc:sldChg>
      <pc:sldChg chg="add replId">
        <pc:chgData name="HYUN JONG LEE" userId="d5e9c3597b4f1658" providerId="Windows Live" clId="Web-{77332F03-5B2C-3CBD-C6D8-17CC7716A30D}" dt="2025-07-25T07:51:46.239" v="94"/>
        <pc:sldMkLst>
          <pc:docMk/>
          <pc:sldMk cId="3525570736" sldId="332"/>
        </pc:sldMkLst>
      </pc:sldChg>
      <pc:sldChg chg="add replId">
        <pc:chgData name="HYUN JONG LEE" userId="d5e9c3597b4f1658" providerId="Windows Live" clId="Web-{77332F03-5B2C-3CBD-C6D8-17CC7716A30D}" dt="2025-07-25T07:51:55.927" v="95"/>
        <pc:sldMkLst>
          <pc:docMk/>
          <pc:sldMk cId="3039696791" sldId="333"/>
        </pc:sldMkLst>
      </pc:sldChg>
      <pc:sldChg chg="add replId">
        <pc:chgData name="HYUN JONG LEE" userId="d5e9c3597b4f1658" providerId="Windows Live" clId="Web-{77332F03-5B2C-3CBD-C6D8-17CC7716A30D}" dt="2025-07-25T07:51:55.927" v="96"/>
        <pc:sldMkLst>
          <pc:docMk/>
          <pc:sldMk cId="3525936310" sldId="334"/>
        </pc:sldMkLst>
      </pc:sldChg>
      <pc:sldChg chg="add replId">
        <pc:chgData name="HYUN JONG LEE" userId="d5e9c3597b4f1658" providerId="Windows Live" clId="Web-{77332F03-5B2C-3CBD-C6D8-17CC7716A30D}" dt="2025-07-25T07:51:55.943" v="97"/>
        <pc:sldMkLst>
          <pc:docMk/>
          <pc:sldMk cId="943055893" sldId="335"/>
        </pc:sldMkLst>
      </pc:sldChg>
      <pc:sldChg chg="add replId">
        <pc:chgData name="HYUN JONG LEE" userId="d5e9c3597b4f1658" providerId="Windows Live" clId="Web-{77332F03-5B2C-3CBD-C6D8-17CC7716A30D}" dt="2025-07-25T07:51:55.943" v="98"/>
        <pc:sldMkLst>
          <pc:docMk/>
          <pc:sldMk cId="4033697635" sldId="336"/>
        </pc:sldMkLst>
      </pc:sldChg>
      <pc:sldChg chg="add replId">
        <pc:chgData name="HYUN JONG LEE" userId="d5e9c3597b4f1658" providerId="Windows Live" clId="Web-{77332F03-5B2C-3CBD-C6D8-17CC7716A30D}" dt="2025-07-25T07:51:55.958" v="99"/>
        <pc:sldMkLst>
          <pc:docMk/>
          <pc:sldMk cId="246895148" sldId="337"/>
        </pc:sldMkLst>
      </pc:sldChg>
      <pc:sldChg chg="add replId">
        <pc:chgData name="HYUN JONG LEE" userId="d5e9c3597b4f1658" providerId="Windows Live" clId="Web-{77332F03-5B2C-3CBD-C6D8-17CC7716A30D}" dt="2025-07-25T07:51:55.974" v="100"/>
        <pc:sldMkLst>
          <pc:docMk/>
          <pc:sldMk cId="677980051" sldId="338"/>
        </pc:sldMkLst>
      </pc:sldChg>
      <pc:sldChg chg="add replId">
        <pc:chgData name="HYUN JONG LEE" userId="d5e9c3597b4f1658" providerId="Windows Live" clId="Web-{77332F03-5B2C-3CBD-C6D8-17CC7716A30D}" dt="2025-07-25T07:51:55.974" v="101"/>
        <pc:sldMkLst>
          <pc:docMk/>
          <pc:sldMk cId="902147839" sldId="339"/>
        </pc:sldMkLst>
      </pc:sldChg>
      <pc:sldChg chg="add replId">
        <pc:chgData name="HYUN JONG LEE" userId="d5e9c3597b4f1658" providerId="Windows Live" clId="Web-{77332F03-5B2C-3CBD-C6D8-17CC7716A30D}" dt="2025-07-25T07:52:04.334" v="102"/>
        <pc:sldMkLst>
          <pc:docMk/>
          <pc:sldMk cId="3711911397" sldId="340"/>
        </pc:sldMkLst>
      </pc:sldChg>
      <pc:sldChg chg="add replId">
        <pc:chgData name="HYUN JONG LEE" userId="d5e9c3597b4f1658" providerId="Windows Live" clId="Web-{77332F03-5B2C-3CBD-C6D8-17CC7716A30D}" dt="2025-07-25T07:52:04.349" v="103"/>
        <pc:sldMkLst>
          <pc:docMk/>
          <pc:sldMk cId="3084968317" sldId="341"/>
        </pc:sldMkLst>
      </pc:sldChg>
      <pc:sldChg chg="add replId">
        <pc:chgData name="HYUN JONG LEE" userId="d5e9c3597b4f1658" providerId="Windows Live" clId="Web-{77332F03-5B2C-3CBD-C6D8-17CC7716A30D}" dt="2025-07-25T07:52:04.365" v="104"/>
        <pc:sldMkLst>
          <pc:docMk/>
          <pc:sldMk cId="3877682064" sldId="342"/>
        </pc:sldMkLst>
      </pc:sldChg>
      <pc:sldChg chg="add replId">
        <pc:chgData name="HYUN JONG LEE" userId="d5e9c3597b4f1658" providerId="Windows Live" clId="Web-{77332F03-5B2C-3CBD-C6D8-17CC7716A30D}" dt="2025-07-25T07:52:04.365" v="105"/>
        <pc:sldMkLst>
          <pc:docMk/>
          <pc:sldMk cId="645700325" sldId="343"/>
        </pc:sldMkLst>
      </pc:sldChg>
      <pc:sldChg chg="add replId">
        <pc:chgData name="HYUN JONG LEE" userId="d5e9c3597b4f1658" providerId="Windows Live" clId="Web-{77332F03-5B2C-3CBD-C6D8-17CC7716A30D}" dt="2025-07-25T07:52:04.380" v="106"/>
        <pc:sldMkLst>
          <pc:docMk/>
          <pc:sldMk cId="1428616371" sldId="344"/>
        </pc:sldMkLst>
      </pc:sldChg>
      <pc:sldChg chg="add replId">
        <pc:chgData name="HYUN JONG LEE" userId="d5e9c3597b4f1658" providerId="Windows Live" clId="Web-{77332F03-5B2C-3CBD-C6D8-17CC7716A30D}" dt="2025-07-25T07:52:04.380" v="107"/>
        <pc:sldMkLst>
          <pc:docMk/>
          <pc:sldMk cId="4013329518" sldId="345"/>
        </pc:sldMkLst>
      </pc:sldChg>
      <pc:sldChg chg="add replId">
        <pc:chgData name="HYUN JONG LEE" userId="d5e9c3597b4f1658" providerId="Windows Live" clId="Web-{77332F03-5B2C-3CBD-C6D8-17CC7716A30D}" dt="2025-07-25T07:52:04.396" v="108"/>
        <pc:sldMkLst>
          <pc:docMk/>
          <pc:sldMk cId="1934416380" sldId="346"/>
        </pc:sldMkLst>
      </pc:sldChg>
      <pc:sldChg chg="add replId">
        <pc:chgData name="HYUN JONG LEE" userId="d5e9c3597b4f1658" providerId="Windows Live" clId="Web-{77332F03-5B2C-3CBD-C6D8-17CC7716A30D}" dt="2025-07-25T07:52:08.490" v="109"/>
        <pc:sldMkLst>
          <pc:docMk/>
          <pc:sldMk cId="1590155777" sldId="347"/>
        </pc:sldMkLst>
      </pc:sldChg>
      <pc:sldChg chg="add replId">
        <pc:chgData name="HYUN JONG LEE" userId="d5e9c3597b4f1658" providerId="Windows Live" clId="Web-{77332F03-5B2C-3CBD-C6D8-17CC7716A30D}" dt="2025-07-25T07:52:08.506" v="110"/>
        <pc:sldMkLst>
          <pc:docMk/>
          <pc:sldMk cId="4214740455" sldId="348"/>
        </pc:sldMkLst>
      </pc:sldChg>
      <pc:sldChg chg="add replId">
        <pc:chgData name="HYUN JONG LEE" userId="d5e9c3597b4f1658" providerId="Windows Live" clId="Web-{77332F03-5B2C-3CBD-C6D8-17CC7716A30D}" dt="2025-07-25T07:52:08.506" v="111"/>
        <pc:sldMkLst>
          <pc:docMk/>
          <pc:sldMk cId="1681331011" sldId="349"/>
        </pc:sldMkLst>
      </pc:sldChg>
      <pc:sldChg chg="add replId">
        <pc:chgData name="HYUN JONG LEE" userId="d5e9c3597b4f1658" providerId="Windows Live" clId="Web-{77332F03-5B2C-3CBD-C6D8-17CC7716A30D}" dt="2025-07-25T07:52:08.521" v="112"/>
        <pc:sldMkLst>
          <pc:docMk/>
          <pc:sldMk cId="901560089" sldId="350"/>
        </pc:sldMkLst>
      </pc:sldChg>
      <pc:sldChg chg="add replId">
        <pc:chgData name="HYUN JONG LEE" userId="d5e9c3597b4f1658" providerId="Windows Live" clId="Web-{77332F03-5B2C-3CBD-C6D8-17CC7716A30D}" dt="2025-07-25T07:52:08.537" v="113"/>
        <pc:sldMkLst>
          <pc:docMk/>
          <pc:sldMk cId="4184106330" sldId="351"/>
        </pc:sldMkLst>
      </pc:sldChg>
      <pc:sldChg chg="add replId">
        <pc:chgData name="HYUN JONG LEE" userId="d5e9c3597b4f1658" providerId="Windows Live" clId="Web-{77332F03-5B2C-3CBD-C6D8-17CC7716A30D}" dt="2025-07-25T07:52:08.537" v="114"/>
        <pc:sldMkLst>
          <pc:docMk/>
          <pc:sldMk cId="897056527" sldId="352"/>
        </pc:sldMkLst>
      </pc:sldChg>
      <pc:sldChg chg="add replId">
        <pc:chgData name="HYUN JONG LEE" userId="d5e9c3597b4f1658" providerId="Windows Live" clId="Web-{77332F03-5B2C-3CBD-C6D8-17CC7716A30D}" dt="2025-07-25T07:52:08.553" v="115"/>
        <pc:sldMkLst>
          <pc:docMk/>
          <pc:sldMk cId="39538669" sldId="353"/>
        </pc:sldMkLst>
      </pc:sldChg>
      <pc:sldChg chg="add replId">
        <pc:chgData name="HYUN JONG LEE" userId="d5e9c3597b4f1658" providerId="Windows Live" clId="Web-{77332F03-5B2C-3CBD-C6D8-17CC7716A30D}" dt="2025-07-25T07:52:12.037" v="116"/>
        <pc:sldMkLst>
          <pc:docMk/>
          <pc:sldMk cId="345625366" sldId="354"/>
        </pc:sldMkLst>
      </pc:sldChg>
      <pc:sldChg chg="add replId">
        <pc:chgData name="HYUN JONG LEE" userId="d5e9c3597b4f1658" providerId="Windows Live" clId="Web-{77332F03-5B2C-3CBD-C6D8-17CC7716A30D}" dt="2025-07-25T07:52:12.053" v="117"/>
        <pc:sldMkLst>
          <pc:docMk/>
          <pc:sldMk cId="3207430330" sldId="355"/>
        </pc:sldMkLst>
      </pc:sldChg>
      <pc:sldChg chg="add replId">
        <pc:chgData name="HYUN JONG LEE" userId="d5e9c3597b4f1658" providerId="Windows Live" clId="Web-{77332F03-5B2C-3CBD-C6D8-17CC7716A30D}" dt="2025-07-25T07:52:12.053" v="118"/>
        <pc:sldMkLst>
          <pc:docMk/>
          <pc:sldMk cId="1773082460" sldId="356"/>
        </pc:sldMkLst>
      </pc:sldChg>
      <pc:sldChg chg="add replId">
        <pc:chgData name="HYUN JONG LEE" userId="d5e9c3597b4f1658" providerId="Windows Live" clId="Web-{77332F03-5B2C-3CBD-C6D8-17CC7716A30D}" dt="2025-07-25T07:52:12.068" v="119"/>
        <pc:sldMkLst>
          <pc:docMk/>
          <pc:sldMk cId="2181814512" sldId="357"/>
        </pc:sldMkLst>
      </pc:sldChg>
      <pc:sldChg chg="add replId">
        <pc:chgData name="HYUN JONG LEE" userId="d5e9c3597b4f1658" providerId="Windows Live" clId="Web-{77332F03-5B2C-3CBD-C6D8-17CC7716A30D}" dt="2025-07-25T07:52:12.084" v="120"/>
        <pc:sldMkLst>
          <pc:docMk/>
          <pc:sldMk cId="2090946792" sldId="358"/>
        </pc:sldMkLst>
      </pc:sldChg>
      <pc:sldChg chg="add replId">
        <pc:chgData name="HYUN JONG LEE" userId="d5e9c3597b4f1658" providerId="Windows Live" clId="Web-{77332F03-5B2C-3CBD-C6D8-17CC7716A30D}" dt="2025-07-25T07:52:12.084" v="121"/>
        <pc:sldMkLst>
          <pc:docMk/>
          <pc:sldMk cId="2327428210" sldId="359"/>
        </pc:sldMkLst>
      </pc:sldChg>
      <pc:sldChg chg="add replId">
        <pc:chgData name="HYUN JONG LEE" userId="d5e9c3597b4f1658" providerId="Windows Live" clId="Web-{77332F03-5B2C-3CBD-C6D8-17CC7716A30D}" dt="2025-07-25T07:52:12.100" v="122"/>
        <pc:sldMkLst>
          <pc:docMk/>
          <pc:sldMk cId="2908111992" sldId="360"/>
        </pc:sldMkLst>
      </pc:sldChg>
      <pc:sldChg chg="add replId">
        <pc:chgData name="HYUN JONG LEE" userId="d5e9c3597b4f1658" providerId="Windows Live" clId="Web-{77332F03-5B2C-3CBD-C6D8-17CC7716A30D}" dt="2025-07-25T07:52:14.631" v="123"/>
        <pc:sldMkLst>
          <pc:docMk/>
          <pc:sldMk cId="2543577531" sldId="361"/>
        </pc:sldMkLst>
      </pc:sldChg>
      <pc:sldChg chg="add replId">
        <pc:chgData name="HYUN JONG LEE" userId="d5e9c3597b4f1658" providerId="Windows Live" clId="Web-{77332F03-5B2C-3CBD-C6D8-17CC7716A30D}" dt="2025-07-25T07:52:14.646" v="124"/>
        <pc:sldMkLst>
          <pc:docMk/>
          <pc:sldMk cId="2998542372" sldId="362"/>
        </pc:sldMkLst>
      </pc:sldChg>
      <pc:sldChg chg="add replId">
        <pc:chgData name="HYUN JONG LEE" userId="d5e9c3597b4f1658" providerId="Windows Live" clId="Web-{77332F03-5B2C-3CBD-C6D8-17CC7716A30D}" dt="2025-07-25T07:52:14.646" v="125"/>
        <pc:sldMkLst>
          <pc:docMk/>
          <pc:sldMk cId="23733016" sldId="363"/>
        </pc:sldMkLst>
      </pc:sldChg>
      <pc:sldChg chg="add replId">
        <pc:chgData name="HYUN JONG LEE" userId="d5e9c3597b4f1658" providerId="Windows Live" clId="Web-{77332F03-5B2C-3CBD-C6D8-17CC7716A30D}" dt="2025-07-25T07:52:14.662" v="126"/>
        <pc:sldMkLst>
          <pc:docMk/>
          <pc:sldMk cId="3066689628" sldId="364"/>
        </pc:sldMkLst>
      </pc:sldChg>
      <pc:sldChg chg="add replId">
        <pc:chgData name="HYUN JONG LEE" userId="d5e9c3597b4f1658" providerId="Windows Live" clId="Web-{77332F03-5B2C-3CBD-C6D8-17CC7716A30D}" dt="2025-07-25T07:52:14.678" v="127"/>
        <pc:sldMkLst>
          <pc:docMk/>
          <pc:sldMk cId="2414379682" sldId="365"/>
        </pc:sldMkLst>
      </pc:sldChg>
      <pc:sldChg chg="add replId">
        <pc:chgData name="HYUN JONG LEE" userId="d5e9c3597b4f1658" providerId="Windows Live" clId="Web-{77332F03-5B2C-3CBD-C6D8-17CC7716A30D}" dt="2025-07-25T07:52:14.678" v="128"/>
        <pc:sldMkLst>
          <pc:docMk/>
          <pc:sldMk cId="4215799340" sldId="366"/>
        </pc:sldMkLst>
      </pc:sldChg>
      <pc:sldChg chg="add replId">
        <pc:chgData name="HYUN JONG LEE" userId="d5e9c3597b4f1658" providerId="Windows Live" clId="Web-{77332F03-5B2C-3CBD-C6D8-17CC7716A30D}" dt="2025-07-25T07:52:14.693" v="129"/>
        <pc:sldMkLst>
          <pc:docMk/>
          <pc:sldMk cId="4167050380" sldId="367"/>
        </pc:sldMkLst>
      </pc:sldChg>
    </pc:docChg>
  </pc:docChgLst>
  <pc:docChgLst>
    <pc:chgData name="HYUN JONG LEE" userId="d5e9c3597b4f1658" providerId="Windows Live" clId="Web-{199BBD03-832F-17B1-D82C-F389CEDC1830}"/>
    <pc:docChg chg="addSld delSld modSld sldOrd">
      <pc:chgData name="HYUN JONG LEE" userId="d5e9c3597b4f1658" providerId="Windows Live" clId="Web-{199BBD03-832F-17B1-D82C-F389CEDC1830}" dt="2025-05-28T09:41:00.285" v="111"/>
      <pc:docMkLst>
        <pc:docMk/>
      </pc:docMkLst>
      <pc:sldChg chg="del">
        <pc:chgData name="HYUN JONG LEE" userId="d5e9c3597b4f1658" providerId="Windows Live" clId="Web-{199BBD03-832F-17B1-D82C-F389CEDC1830}" dt="2025-05-28T09:24:08.235" v="3"/>
        <pc:sldMkLst>
          <pc:docMk/>
          <pc:sldMk cId="3569210928" sldId="256"/>
        </pc:sldMkLst>
      </pc:sldChg>
      <pc:sldChg chg="addSp modSp">
        <pc:chgData name="HYUN JONG LEE" userId="d5e9c3597b4f1658" providerId="Windows Live" clId="Web-{199BBD03-832F-17B1-D82C-F389CEDC1830}" dt="2025-05-28T09:37:42.825" v="83" actId="1076"/>
        <pc:sldMkLst>
          <pc:docMk/>
          <pc:sldMk cId="3104698663" sldId="258"/>
        </pc:sldMkLst>
      </pc:sldChg>
      <pc:sldChg chg="addSp modSp">
        <pc:chgData name="HYUN JONG LEE" userId="d5e9c3597b4f1658" providerId="Windows Live" clId="Web-{199BBD03-832F-17B1-D82C-F389CEDC1830}" dt="2025-05-28T09:38:05.716" v="87" actId="1076"/>
        <pc:sldMkLst>
          <pc:docMk/>
          <pc:sldMk cId="2284189342" sldId="270"/>
        </pc:sldMkLst>
      </pc:sldChg>
      <pc:sldChg chg="addSp delSp modSp">
        <pc:chgData name="HYUN JONG LEE" userId="d5e9c3597b4f1658" providerId="Windows Live" clId="Web-{199BBD03-832F-17B1-D82C-F389CEDC1830}" dt="2025-05-28T09:36:53.073" v="77" actId="1076"/>
        <pc:sldMkLst>
          <pc:docMk/>
          <pc:sldMk cId="2210775249" sldId="271"/>
        </pc:sldMkLst>
      </pc:sldChg>
      <pc:sldChg chg="addSp modSp">
        <pc:chgData name="HYUN JONG LEE" userId="d5e9c3597b4f1658" providerId="Windows Live" clId="Web-{199BBD03-832F-17B1-D82C-F389CEDC1830}" dt="2025-05-28T09:30:09.169" v="39" actId="20577"/>
        <pc:sldMkLst>
          <pc:docMk/>
          <pc:sldMk cId="920141621" sldId="272"/>
        </pc:sldMkLst>
      </pc:sldChg>
      <pc:sldChg chg="addSp delSp modSp">
        <pc:chgData name="HYUN JONG LEE" userId="d5e9c3597b4f1658" providerId="Windows Live" clId="Web-{199BBD03-832F-17B1-D82C-F389CEDC1830}" dt="2025-05-28T09:30:12.028" v="40" actId="20577"/>
        <pc:sldMkLst>
          <pc:docMk/>
          <pc:sldMk cId="4180737612" sldId="273"/>
        </pc:sldMkLst>
      </pc:sldChg>
      <pc:sldChg chg="addSp modSp">
        <pc:chgData name="HYUN JONG LEE" userId="d5e9c3597b4f1658" providerId="Windows Live" clId="Web-{199BBD03-832F-17B1-D82C-F389CEDC1830}" dt="2025-05-28T09:30:17.622" v="41" actId="20577"/>
        <pc:sldMkLst>
          <pc:docMk/>
          <pc:sldMk cId="1861763141" sldId="274"/>
        </pc:sldMkLst>
      </pc:sldChg>
      <pc:sldChg chg="addSp modSp">
        <pc:chgData name="HYUN JONG LEE" userId="d5e9c3597b4f1658" providerId="Windows Live" clId="Web-{199BBD03-832F-17B1-D82C-F389CEDC1830}" dt="2025-05-28T09:30:22.763" v="42" actId="20577"/>
        <pc:sldMkLst>
          <pc:docMk/>
          <pc:sldMk cId="147596992" sldId="275"/>
        </pc:sldMkLst>
      </pc:sldChg>
      <pc:sldChg chg="addSp delSp modSp">
        <pc:chgData name="HYUN JONG LEE" userId="d5e9c3597b4f1658" providerId="Windows Live" clId="Web-{199BBD03-832F-17B1-D82C-F389CEDC1830}" dt="2025-05-28T09:34:34.318" v="66"/>
        <pc:sldMkLst>
          <pc:docMk/>
          <pc:sldMk cId="1127752485" sldId="276"/>
        </pc:sldMkLst>
      </pc:sldChg>
      <pc:sldChg chg="addSp">
        <pc:chgData name="HYUN JONG LEE" userId="d5e9c3597b4f1658" providerId="Windows Live" clId="Web-{199BBD03-832F-17B1-D82C-F389CEDC1830}" dt="2025-05-28T09:34:43.600" v="67"/>
        <pc:sldMkLst>
          <pc:docMk/>
          <pc:sldMk cId="871166633" sldId="277"/>
        </pc:sldMkLst>
      </pc:sldChg>
      <pc:sldChg chg="addSp modSp">
        <pc:chgData name="HYUN JONG LEE" userId="d5e9c3597b4f1658" providerId="Windows Live" clId="Web-{199BBD03-832F-17B1-D82C-F389CEDC1830}" dt="2025-05-28T09:39:05.312" v="94" actId="1076"/>
        <pc:sldMkLst>
          <pc:docMk/>
          <pc:sldMk cId="3173469341" sldId="278"/>
        </pc:sldMkLst>
      </pc:sldChg>
      <pc:sldChg chg="addSp modSp">
        <pc:chgData name="HYUN JONG LEE" userId="d5e9c3597b4f1658" providerId="Windows Live" clId="Web-{199BBD03-832F-17B1-D82C-F389CEDC1830}" dt="2025-05-28T09:39:53.876" v="101" actId="1076"/>
        <pc:sldMkLst>
          <pc:docMk/>
          <pc:sldMk cId="4162868055" sldId="279"/>
        </pc:sldMkLst>
      </pc:sldChg>
      <pc:sldChg chg="addSp modSp">
        <pc:chgData name="HYUN JONG LEE" userId="d5e9c3597b4f1658" providerId="Windows Live" clId="Web-{199BBD03-832F-17B1-D82C-F389CEDC1830}" dt="2025-05-28T09:40:20.799" v="106" actId="1076"/>
        <pc:sldMkLst>
          <pc:docMk/>
          <pc:sldMk cId="2105850114" sldId="280"/>
        </pc:sldMkLst>
      </pc:sldChg>
      <pc:sldChg chg="addSp modSp">
        <pc:chgData name="HYUN JONG LEE" userId="d5e9c3597b4f1658" providerId="Windows Live" clId="Web-{199BBD03-832F-17B1-D82C-F389CEDC1830}" dt="2025-05-28T09:38:20.982" v="88" actId="1076"/>
        <pc:sldMkLst>
          <pc:docMk/>
          <pc:sldMk cId="4157042910" sldId="281"/>
        </pc:sldMkLst>
      </pc:sldChg>
      <pc:sldChg chg="del">
        <pc:chgData name="HYUN JONG LEE" userId="d5e9c3597b4f1658" providerId="Windows Live" clId="Web-{199BBD03-832F-17B1-D82C-F389CEDC1830}" dt="2025-05-28T09:40:36.877" v="108"/>
        <pc:sldMkLst>
          <pc:docMk/>
          <pc:sldMk cId="1226942289" sldId="282"/>
        </pc:sldMkLst>
      </pc:sldChg>
      <pc:sldChg chg="addSp modSp">
        <pc:chgData name="HYUN JONG LEE" userId="d5e9c3597b4f1658" providerId="Windows Live" clId="Web-{199BBD03-832F-17B1-D82C-F389CEDC1830}" dt="2025-05-28T09:38:30.983" v="89" actId="1076"/>
        <pc:sldMkLst>
          <pc:docMk/>
          <pc:sldMk cId="99049443" sldId="283"/>
        </pc:sldMkLst>
      </pc:sldChg>
      <pc:sldChg chg="delSp ord">
        <pc:chgData name="HYUN JONG LEE" userId="d5e9c3597b4f1658" providerId="Windows Live" clId="Web-{199BBD03-832F-17B1-D82C-F389CEDC1830}" dt="2025-05-28T09:41:00.285" v="111"/>
        <pc:sldMkLst>
          <pc:docMk/>
          <pc:sldMk cId="2575759475" sldId="287"/>
        </pc:sldMkLst>
      </pc:sldChg>
      <pc:sldChg chg="modSp add">
        <pc:chgData name="HYUN JONG LEE" userId="d5e9c3597b4f1658" providerId="Windows Live" clId="Web-{199BBD03-832F-17B1-D82C-F389CEDC1830}" dt="2025-05-28T09:24:04.625" v="2" actId="20577"/>
        <pc:sldMkLst>
          <pc:docMk/>
          <pc:sldMk cId="813717488" sldId="310"/>
        </pc:sldMkLst>
      </pc:sldChg>
      <pc:sldChg chg="add replId">
        <pc:chgData name="HYUN JONG LEE" userId="d5e9c3597b4f1658" providerId="Windows Live" clId="Web-{199BBD03-832F-17B1-D82C-F389CEDC1830}" dt="2025-05-28T09:40:34.909" v="107"/>
        <pc:sldMkLst>
          <pc:docMk/>
          <pc:sldMk cId="65004942" sldId="311"/>
        </pc:sldMkLst>
      </pc:sldChg>
    </pc:docChg>
  </pc:docChgLst>
  <pc:docChgLst>
    <pc:chgData name="HYUN JONG LEE" userId="d5e9c3597b4f1658" providerId="Windows Live" clId="Web-{C17963B4-6DC4-A866-2D54-4C97C8CCF69C}"/>
    <pc:docChg chg="addSld modSld sldOrd">
      <pc:chgData name="HYUN JONG LEE" userId="d5e9c3597b4f1658" providerId="Windows Live" clId="Web-{C17963B4-6DC4-A866-2D54-4C97C8CCF69C}" dt="2024-10-24T19:26:52.434" v="76"/>
      <pc:docMkLst>
        <pc:docMk/>
      </pc:docMkLst>
      <pc:sldChg chg="modSp">
        <pc:chgData name="HYUN JONG LEE" userId="d5e9c3597b4f1658" providerId="Windows Live" clId="Web-{C17963B4-6DC4-A866-2D54-4C97C8CCF69C}" dt="2024-10-24T19:08:35.755" v="52" actId="20577"/>
        <pc:sldMkLst>
          <pc:docMk/>
          <pc:sldMk cId="3569210928" sldId="256"/>
        </pc:sldMkLst>
      </pc:sldChg>
      <pc:sldChg chg="addSp delSp modSp ord">
        <pc:chgData name="HYUN JONG LEE" userId="d5e9c3597b4f1658" providerId="Windows Live" clId="Web-{C17963B4-6DC4-A866-2D54-4C97C8CCF69C}" dt="2024-10-24T19:07:29.347" v="42"/>
        <pc:sldMkLst>
          <pc:docMk/>
          <pc:sldMk cId="3104698663" sldId="258"/>
        </pc:sldMkLst>
      </pc:sldChg>
      <pc:sldChg chg="modSp add ord replId">
        <pc:chgData name="HYUN JONG LEE" userId="d5e9c3597b4f1658" providerId="Windows Live" clId="Web-{C17963B4-6DC4-A866-2D54-4C97C8CCF69C}" dt="2024-10-24T19:07:15.893" v="38"/>
        <pc:sldMkLst>
          <pc:docMk/>
          <pc:sldMk cId="2284189342" sldId="270"/>
        </pc:sldMkLst>
      </pc:sldChg>
      <pc:sldChg chg="modSp add replId">
        <pc:chgData name="HYUN JONG LEE" userId="d5e9c3597b4f1658" providerId="Windows Live" clId="Web-{C17963B4-6DC4-A866-2D54-4C97C8CCF69C}" dt="2024-10-24T19:00:36.145" v="17"/>
        <pc:sldMkLst>
          <pc:docMk/>
          <pc:sldMk cId="2210775249" sldId="271"/>
        </pc:sldMkLst>
      </pc:sldChg>
      <pc:sldChg chg="modSp add replId">
        <pc:chgData name="HYUN JONG LEE" userId="d5e9c3597b4f1658" providerId="Windows Live" clId="Web-{C17963B4-6DC4-A866-2D54-4C97C8CCF69C}" dt="2024-10-24T19:01:30.944" v="25"/>
        <pc:sldMkLst>
          <pc:docMk/>
          <pc:sldMk cId="920141621" sldId="272"/>
        </pc:sldMkLst>
      </pc:sldChg>
      <pc:sldChg chg="modSp add replId">
        <pc:chgData name="HYUN JONG LEE" userId="d5e9c3597b4f1658" providerId="Windows Live" clId="Web-{C17963B4-6DC4-A866-2D54-4C97C8CCF69C}" dt="2024-10-24T19:04:32.732" v="28"/>
        <pc:sldMkLst>
          <pc:docMk/>
          <pc:sldMk cId="4180737612" sldId="273"/>
        </pc:sldMkLst>
      </pc:sldChg>
      <pc:sldChg chg="modSp add replId">
        <pc:chgData name="HYUN JONG LEE" userId="d5e9c3597b4f1658" providerId="Windows Live" clId="Web-{C17963B4-6DC4-A866-2D54-4C97C8CCF69C}" dt="2024-10-24T19:02:30.540" v="27"/>
        <pc:sldMkLst>
          <pc:docMk/>
          <pc:sldMk cId="1861763141" sldId="274"/>
        </pc:sldMkLst>
      </pc:sldChg>
      <pc:sldChg chg="modSp add replId">
        <pc:chgData name="HYUN JONG LEE" userId="d5e9c3597b4f1658" providerId="Windows Live" clId="Web-{C17963B4-6DC4-A866-2D54-4C97C8CCF69C}" dt="2024-10-24T19:05:16.483" v="29"/>
        <pc:sldMkLst>
          <pc:docMk/>
          <pc:sldMk cId="147596992" sldId="275"/>
        </pc:sldMkLst>
      </pc:sldChg>
      <pc:sldChg chg="modSp add replId">
        <pc:chgData name="HYUN JONG LEE" userId="d5e9c3597b4f1658" providerId="Windows Live" clId="Web-{C17963B4-6DC4-A866-2D54-4C97C8CCF69C}" dt="2024-10-24T19:05:29.640" v="30"/>
        <pc:sldMkLst>
          <pc:docMk/>
          <pc:sldMk cId="1127752485" sldId="276"/>
        </pc:sldMkLst>
      </pc:sldChg>
      <pc:sldChg chg="modSp add replId">
        <pc:chgData name="HYUN JONG LEE" userId="d5e9c3597b4f1658" providerId="Windows Live" clId="Web-{C17963B4-6DC4-A866-2D54-4C97C8CCF69C}" dt="2024-10-24T19:06:57.268" v="35"/>
        <pc:sldMkLst>
          <pc:docMk/>
          <pc:sldMk cId="871166633" sldId="277"/>
        </pc:sldMkLst>
      </pc:sldChg>
      <pc:sldChg chg="modSp add replId">
        <pc:chgData name="HYUN JONG LEE" userId="d5e9c3597b4f1658" providerId="Windows Live" clId="Web-{C17963B4-6DC4-A866-2D54-4C97C8CCF69C}" dt="2024-10-24T19:13:46.813" v="53"/>
        <pc:sldMkLst>
          <pc:docMk/>
          <pc:sldMk cId="3173469341" sldId="278"/>
        </pc:sldMkLst>
      </pc:sldChg>
      <pc:sldChg chg="modSp add replId">
        <pc:chgData name="HYUN JONG LEE" userId="d5e9c3597b4f1658" providerId="Windows Live" clId="Web-{C17963B4-6DC4-A866-2D54-4C97C8CCF69C}" dt="2024-10-24T19:14:09.220" v="54"/>
        <pc:sldMkLst>
          <pc:docMk/>
          <pc:sldMk cId="4162868055" sldId="279"/>
        </pc:sldMkLst>
      </pc:sldChg>
      <pc:sldChg chg="modSp add replId">
        <pc:chgData name="HYUN JONG LEE" userId="d5e9c3597b4f1658" providerId="Windows Live" clId="Web-{C17963B4-6DC4-A866-2D54-4C97C8CCF69C}" dt="2024-10-24T19:23:01.785" v="55"/>
        <pc:sldMkLst>
          <pc:docMk/>
          <pc:sldMk cId="2105850114" sldId="280"/>
        </pc:sldMkLst>
      </pc:sldChg>
      <pc:sldChg chg="addSp delSp modSp add ord replId">
        <pc:chgData name="HYUN JONG LEE" userId="d5e9c3597b4f1658" providerId="Windows Live" clId="Web-{C17963B4-6DC4-A866-2D54-4C97C8CCF69C}" dt="2024-10-24T19:26:46.090" v="74"/>
        <pc:sldMkLst>
          <pc:docMk/>
          <pc:sldMk cId="4157042910" sldId="281"/>
        </pc:sldMkLst>
      </pc:sldChg>
      <pc:sldChg chg="add replId">
        <pc:chgData name="HYUN JONG LEE" userId="d5e9c3597b4f1658" providerId="Windows Live" clId="Web-{C17963B4-6DC4-A866-2D54-4C97C8CCF69C}" dt="2024-10-24T19:23:12.567" v="56"/>
        <pc:sldMkLst>
          <pc:docMk/>
          <pc:sldMk cId="1226942289" sldId="282"/>
        </pc:sldMkLst>
      </pc:sldChg>
      <pc:sldChg chg="addSp delSp modSp add ord replId">
        <pc:chgData name="HYUN JONG LEE" userId="d5e9c3597b4f1658" providerId="Windows Live" clId="Web-{C17963B4-6DC4-A866-2D54-4C97C8CCF69C}" dt="2024-10-24T19:26:52.434" v="76"/>
        <pc:sldMkLst>
          <pc:docMk/>
          <pc:sldMk cId="99049443" sldId="283"/>
        </pc:sldMkLst>
      </pc:sldChg>
    </pc:docChg>
  </pc:docChgLst>
  <pc:docChgLst>
    <pc:chgData name="HYUN JONG LEE" userId="d5e9c3597b4f1658" providerId="Windows Live" clId="Web-{7B1521EF-647D-E135-1837-490432057B16}"/>
    <pc:docChg chg="addSld modSld">
      <pc:chgData name="HYUN JONG LEE" userId="d5e9c3597b4f1658" providerId="Windows Live" clId="Web-{7B1521EF-647D-E135-1837-490432057B16}" dt="2024-10-30T08:09:08.120" v="30"/>
      <pc:docMkLst>
        <pc:docMk/>
      </pc:docMkLst>
      <pc:sldChg chg="addSp delSp modSp mod setBg">
        <pc:chgData name="HYUN JONG LEE" userId="d5e9c3597b4f1658" providerId="Windows Live" clId="Web-{7B1521EF-647D-E135-1837-490432057B16}" dt="2024-10-30T08:09:08.120" v="30"/>
        <pc:sldMkLst>
          <pc:docMk/>
          <pc:sldMk cId="2938623029" sldId="269"/>
        </pc:sldMkLst>
      </pc:sldChg>
      <pc:sldChg chg="add replId">
        <pc:chgData name="HYUN JONG LEE" userId="d5e9c3597b4f1658" providerId="Windows Live" clId="Web-{7B1521EF-647D-E135-1837-490432057B16}" dt="2024-10-30T08:04:03.476" v="0"/>
        <pc:sldMkLst>
          <pc:docMk/>
          <pc:sldMk cId="1288358951" sldId="284"/>
        </pc:sldMkLst>
      </pc:sldChg>
      <pc:sldChg chg="add replId">
        <pc:chgData name="HYUN JONG LEE" userId="d5e9c3597b4f1658" providerId="Windows Live" clId="Web-{7B1521EF-647D-E135-1837-490432057B16}" dt="2024-10-30T08:04:11.680" v="1"/>
        <pc:sldMkLst>
          <pc:docMk/>
          <pc:sldMk cId="3146392362" sldId="285"/>
        </pc:sldMkLst>
      </pc:sldChg>
      <pc:sldChg chg="add replId">
        <pc:chgData name="HYUN JONG LEE" userId="d5e9c3597b4f1658" providerId="Windows Live" clId="Web-{7B1521EF-647D-E135-1837-490432057B16}" dt="2024-10-30T08:04:18.821" v="2"/>
        <pc:sldMkLst>
          <pc:docMk/>
          <pc:sldMk cId="3241657958" sldId="286"/>
        </pc:sldMkLst>
      </pc:sldChg>
      <pc:sldChg chg="add replId">
        <pc:chgData name="HYUN JONG LEE" userId="d5e9c3597b4f1658" providerId="Windows Live" clId="Web-{7B1521EF-647D-E135-1837-490432057B16}" dt="2024-10-30T08:05:31.497" v="3"/>
        <pc:sldMkLst>
          <pc:docMk/>
          <pc:sldMk cId="2575759475" sldId="287"/>
        </pc:sldMkLst>
      </pc:sldChg>
    </pc:docChg>
  </pc:docChgLst>
  <pc:docChgLst>
    <pc:chgData name="HYUN JONG LEE" userId="d5e9c3597b4f1658" providerId="Windows Live" clId="Web-{24EE591F-FF5B-7C77-4630-5B4ADEC4D062}"/>
    <pc:docChg chg="modSld">
      <pc:chgData name="HYUN JONG LEE" userId="d5e9c3597b4f1658" providerId="Windows Live" clId="Web-{24EE591F-FF5B-7C77-4630-5B4ADEC4D062}" dt="2024-09-21T01:48:35.005" v="1" actId="20577"/>
      <pc:docMkLst>
        <pc:docMk/>
      </pc:docMkLst>
      <pc:sldChg chg="modSp">
        <pc:chgData name="HYUN JONG LEE" userId="d5e9c3597b4f1658" providerId="Windows Live" clId="Web-{24EE591F-FF5B-7C77-4630-5B4ADEC4D062}" dt="2024-09-21T01:48:35.005" v="1" actId="20577"/>
        <pc:sldMkLst>
          <pc:docMk/>
          <pc:sldMk cId="2938623029" sldId="269"/>
        </pc:sldMkLst>
      </pc:sldChg>
    </pc:docChg>
  </pc:docChgLst>
  <pc:docChgLst>
    <pc:chgData name="LEE HYUN JONG" userId="d5e9c3597b4f1658" providerId="Windows Live" clId="Web-{CCF951E5-A154-44A5-B395-DC0984DB1EA7}"/>
    <pc:docChg chg="modSld">
      <pc:chgData name="LEE HYUN JONG" userId="d5e9c3597b4f1658" providerId="Windows Live" clId="Web-{CCF951E5-A154-44A5-B395-DC0984DB1EA7}" dt="2024-07-26T04:19:19.809" v="3" actId="20577"/>
      <pc:docMkLst>
        <pc:docMk/>
      </pc:docMkLst>
      <pc:sldChg chg="modSp">
        <pc:chgData name="LEE HYUN JONG" userId="d5e9c3597b4f1658" providerId="Windows Live" clId="Web-{CCF951E5-A154-44A5-B395-DC0984DB1EA7}" dt="2024-07-26T04:19:19.809" v="3" actId="20577"/>
        <pc:sldMkLst>
          <pc:docMk/>
          <pc:sldMk cId="3104698663" sldId="258"/>
        </pc:sldMkLst>
      </pc:sldChg>
    </pc:docChg>
  </pc:docChgLst>
  <pc:docChgLst>
    <pc:chgData clId="Web-{77332F03-5B2C-3CBD-C6D8-17CC7716A30D}"/>
    <pc:docChg chg="delSld">
      <pc:chgData name="" userId="" providerId="" clId="Web-{77332F03-5B2C-3CBD-C6D8-17CC7716A30D}" dt="2025-07-25T07:32:04.433" v="2"/>
      <pc:docMkLst>
        <pc:docMk/>
      </pc:docMkLst>
      <pc:sldChg chg="del">
        <pc:chgData name="" userId="" providerId="" clId="Web-{77332F03-5B2C-3CBD-C6D8-17CC7716A30D}" dt="2025-07-25T07:32:02.433" v="0"/>
        <pc:sldMkLst>
          <pc:docMk/>
          <pc:sldMk cId="2210775249" sldId="271"/>
        </pc:sldMkLst>
      </pc:sldChg>
      <pc:sldChg chg="del">
        <pc:chgData name="" userId="" providerId="" clId="Web-{77332F03-5B2C-3CBD-C6D8-17CC7716A30D}" dt="2025-07-25T07:32:04.433" v="2"/>
        <pc:sldMkLst>
          <pc:docMk/>
          <pc:sldMk cId="2960349146" sldId="312"/>
        </pc:sldMkLst>
      </pc:sldChg>
      <pc:sldChg chg="del">
        <pc:chgData name="" userId="" providerId="" clId="Web-{77332F03-5B2C-3CBD-C6D8-17CC7716A30D}" dt="2025-07-25T07:32:03.464" v="1"/>
        <pc:sldMkLst>
          <pc:docMk/>
          <pc:sldMk cId="3989768937" sldId="313"/>
        </pc:sldMkLst>
      </pc:sldChg>
    </pc:docChg>
  </pc:docChgLst>
  <pc:docChgLst>
    <pc:chgData name="HYUN JONG LEE" userId="d5e9c3597b4f1658" providerId="Windows Live" clId="Web-{A6D957D5-B17D-8BF2-D02E-DA9C86401DC2}"/>
    <pc:docChg chg="modSld">
      <pc:chgData name="HYUN JONG LEE" userId="d5e9c3597b4f1658" providerId="Windows Live" clId="Web-{A6D957D5-B17D-8BF2-D02E-DA9C86401DC2}" dt="2025-05-28T18:13:39.053" v="52"/>
      <pc:docMkLst>
        <pc:docMk/>
      </pc:docMkLst>
      <pc:sldChg chg="delSp modSp">
        <pc:chgData name="HYUN JONG LEE" userId="d5e9c3597b4f1658" providerId="Windows Live" clId="Web-{A6D957D5-B17D-8BF2-D02E-DA9C86401DC2}" dt="2025-05-28T18:07:15.182" v="32"/>
        <pc:sldMkLst>
          <pc:docMk/>
          <pc:sldMk cId="3104698663" sldId="258"/>
        </pc:sldMkLst>
      </pc:sldChg>
      <pc:sldChg chg="delSp modSp">
        <pc:chgData name="HYUN JONG LEE" userId="d5e9c3597b4f1658" providerId="Windows Live" clId="Web-{A6D957D5-B17D-8BF2-D02E-DA9C86401DC2}" dt="2025-05-28T18:07:25.088" v="36"/>
        <pc:sldMkLst>
          <pc:docMk/>
          <pc:sldMk cId="2284189342" sldId="270"/>
        </pc:sldMkLst>
      </pc:sldChg>
      <pc:sldChg chg="modSp">
        <pc:chgData name="HYUN JONG LEE" userId="d5e9c3597b4f1658" providerId="Windows Live" clId="Web-{A6D957D5-B17D-8BF2-D02E-DA9C86401DC2}" dt="2025-05-28T17:55:56.645" v="2" actId="20577"/>
        <pc:sldMkLst>
          <pc:docMk/>
          <pc:sldMk cId="920141621" sldId="272"/>
        </pc:sldMkLst>
      </pc:sldChg>
      <pc:sldChg chg="modSp">
        <pc:chgData name="HYUN JONG LEE" userId="d5e9c3597b4f1658" providerId="Windows Live" clId="Web-{A6D957D5-B17D-8BF2-D02E-DA9C86401DC2}" dt="2025-05-28T17:55:50.285" v="0" actId="20577"/>
        <pc:sldMkLst>
          <pc:docMk/>
          <pc:sldMk cId="4180737612" sldId="273"/>
        </pc:sldMkLst>
      </pc:sldChg>
      <pc:sldChg chg="modSp">
        <pc:chgData name="HYUN JONG LEE" userId="d5e9c3597b4f1658" providerId="Windows Live" clId="Web-{A6D957D5-B17D-8BF2-D02E-DA9C86401DC2}" dt="2025-05-28T17:57:08.460" v="4" actId="20577"/>
        <pc:sldMkLst>
          <pc:docMk/>
          <pc:sldMk cId="1861763141" sldId="274"/>
        </pc:sldMkLst>
      </pc:sldChg>
      <pc:sldChg chg="modSp">
        <pc:chgData name="HYUN JONG LEE" userId="d5e9c3597b4f1658" providerId="Windows Live" clId="Web-{A6D957D5-B17D-8BF2-D02E-DA9C86401DC2}" dt="2025-05-28T17:58:48.447" v="6" actId="20577"/>
        <pc:sldMkLst>
          <pc:docMk/>
          <pc:sldMk cId="147596992" sldId="275"/>
        </pc:sldMkLst>
      </pc:sldChg>
      <pc:sldChg chg="modSp">
        <pc:chgData name="HYUN JONG LEE" userId="d5e9c3597b4f1658" providerId="Windows Live" clId="Web-{A6D957D5-B17D-8BF2-D02E-DA9C86401DC2}" dt="2025-05-28T17:59:19.667" v="18" actId="20577"/>
        <pc:sldMkLst>
          <pc:docMk/>
          <pc:sldMk cId="1127752485" sldId="276"/>
        </pc:sldMkLst>
      </pc:sldChg>
      <pc:sldChg chg="modSp">
        <pc:chgData name="HYUN JONG LEE" userId="d5e9c3597b4f1658" providerId="Windows Live" clId="Web-{A6D957D5-B17D-8BF2-D02E-DA9C86401DC2}" dt="2025-05-28T18:09:05.591" v="39" actId="20577"/>
        <pc:sldMkLst>
          <pc:docMk/>
          <pc:sldMk cId="871166633" sldId="277"/>
        </pc:sldMkLst>
      </pc:sldChg>
      <pc:sldChg chg="delSp modSp">
        <pc:chgData name="HYUN JONG LEE" userId="d5e9c3597b4f1658" providerId="Windows Live" clId="Web-{A6D957D5-B17D-8BF2-D02E-DA9C86401DC2}" dt="2025-05-28T18:13:25.271" v="48"/>
        <pc:sldMkLst>
          <pc:docMk/>
          <pc:sldMk cId="3173469341" sldId="278"/>
        </pc:sldMkLst>
      </pc:sldChg>
      <pc:sldChg chg="delSp modSp">
        <pc:chgData name="HYUN JONG LEE" userId="d5e9c3597b4f1658" providerId="Windows Live" clId="Web-{A6D957D5-B17D-8BF2-D02E-DA9C86401DC2}" dt="2025-05-28T18:13:31.271" v="50"/>
        <pc:sldMkLst>
          <pc:docMk/>
          <pc:sldMk cId="4162868055" sldId="279"/>
        </pc:sldMkLst>
      </pc:sldChg>
      <pc:sldChg chg="delSp modSp">
        <pc:chgData name="HYUN JONG LEE" userId="d5e9c3597b4f1658" providerId="Windows Live" clId="Web-{A6D957D5-B17D-8BF2-D02E-DA9C86401DC2}" dt="2025-05-28T18:13:39.053" v="52"/>
        <pc:sldMkLst>
          <pc:docMk/>
          <pc:sldMk cId="2105850114" sldId="280"/>
        </pc:sldMkLst>
      </pc:sldChg>
      <pc:sldChg chg="delSp modSp">
        <pc:chgData name="HYUN JONG LEE" userId="d5e9c3597b4f1658" providerId="Windows Live" clId="Web-{A6D957D5-B17D-8BF2-D02E-DA9C86401DC2}" dt="2025-05-28T18:10:48.485" v="46"/>
        <pc:sldMkLst>
          <pc:docMk/>
          <pc:sldMk cId="4157042910" sldId="281"/>
        </pc:sldMkLst>
      </pc:sldChg>
      <pc:sldChg chg="delSp modSp">
        <pc:chgData name="HYUN JONG LEE" userId="d5e9c3597b4f1658" providerId="Windows Live" clId="Web-{A6D957D5-B17D-8BF2-D02E-DA9C86401DC2}" dt="2025-05-28T18:10:43.923" v="42"/>
        <pc:sldMkLst>
          <pc:docMk/>
          <pc:sldMk cId="99049443" sldId="283"/>
        </pc:sldMkLst>
      </pc:sldChg>
    </pc:docChg>
  </pc:docChgLst>
  <pc:docChgLst>
    <pc:chgData name="LEE HYUN JONG" userId="d5e9c3597b4f1658" providerId="Windows Live" clId="Web-{1B6706A0-D26B-40D9-BC36-013A7F3ABEEB}"/>
    <pc:docChg chg="addSld modSld">
      <pc:chgData name="LEE HYUN JONG" userId="d5e9c3597b4f1658" providerId="Windows Live" clId="Web-{1B6706A0-D26B-40D9-BC36-013A7F3ABEEB}" dt="2024-07-26T04:05:13.479" v="276" actId="20577"/>
      <pc:docMkLst>
        <pc:docMk/>
      </pc:docMkLst>
      <pc:sldChg chg="modSp">
        <pc:chgData name="LEE HYUN JONG" userId="d5e9c3597b4f1658" providerId="Windows Live" clId="Web-{1B6706A0-D26B-40D9-BC36-013A7F3ABEEB}" dt="2024-07-26T03:26:34.769" v="125" actId="20577"/>
        <pc:sldMkLst>
          <pc:docMk/>
          <pc:sldMk cId="3754441800" sldId="265"/>
        </pc:sldMkLst>
      </pc:sldChg>
      <pc:sldChg chg="modSp add replId">
        <pc:chgData name="LEE HYUN JONG" userId="d5e9c3597b4f1658" providerId="Windows Live" clId="Web-{1B6706A0-D26B-40D9-BC36-013A7F3ABEEB}" dt="2024-07-26T03:27:56.835" v="148" actId="20577"/>
        <pc:sldMkLst>
          <pc:docMk/>
          <pc:sldMk cId="2876676925" sldId="266"/>
        </pc:sldMkLst>
      </pc:sldChg>
      <pc:sldChg chg="modSp add replId">
        <pc:chgData name="LEE HYUN JONG" userId="d5e9c3597b4f1658" providerId="Windows Live" clId="Web-{1B6706A0-D26B-40D9-BC36-013A7F3ABEEB}" dt="2024-07-26T03:31:17.780" v="215" actId="20577"/>
        <pc:sldMkLst>
          <pc:docMk/>
          <pc:sldMk cId="1979328867" sldId="267"/>
        </pc:sldMkLst>
      </pc:sldChg>
      <pc:sldChg chg="modSp add replId">
        <pc:chgData name="LEE HYUN JONG" userId="d5e9c3597b4f1658" providerId="Windows Live" clId="Web-{1B6706A0-D26B-40D9-BC36-013A7F3ABEEB}" dt="2024-07-26T03:32:58.518" v="243" actId="20577"/>
        <pc:sldMkLst>
          <pc:docMk/>
          <pc:sldMk cId="3642191087" sldId="268"/>
        </pc:sldMkLst>
      </pc:sldChg>
      <pc:sldChg chg="modSp add replId">
        <pc:chgData name="LEE HYUN JONG" userId="d5e9c3597b4f1658" providerId="Windows Live" clId="Web-{1B6706A0-D26B-40D9-BC36-013A7F3ABEEB}" dt="2024-07-26T04:05:13.479" v="276" actId="20577"/>
        <pc:sldMkLst>
          <pc:docMk/>
          <pc:sldMk cId="2938623029" sldId="269"/>
        </pc:sldMkLst>
      </pc:sldChg>
    </pc:docChg>
  </pc:docChgLst>
  <pc:docChgLst>
    <pc:chgData name="LEE HYUN JONG" userId="d5e9c3597b4f1658" providerId="Windows Live" clId="Web-{22479F8F-968D-44C1-950D-5CDA20401D89}"/>
    <pc:docChg chg="addSld modSld sldOrd">
      <pc:chgData name="LEE HYUN JONG" userId="d5e9c3597b4f1658" providerId="Windows Live" clId="Web-{22479F8F-968D-44C1-950D-5CDA20401D89}" dt="2024-07-26T02:51:59.024" v="613" actId="20577"/>
      <pc:docMkLst>
        <pc:docMk/>
      </pc:docMkLst>
      <pc:sldChg chg="addSp delSp modSp mod setBg">
        <pc:chgData name="LEE HYUN JONG" userId="d5e9c3597b4f1658" providerId="Windows Live" clId="Web-{22479F8F-968D-44C1-950D-5CDA20401D89}" dt="2024-07-26T01:25:26.617" v="33" actId="20577"/>
        <pc:sldMkLst>
          <pc:docMk/>
          <pc:sldMk cId="3569210928" sldId="256"/>
        </pc:sldMkLst>
      </pc:sldChg>
      <pc:sldChg chg="addSp delSp modSp add ord replId">
        <pc:chgData name="LEE HYUN JONG" userId="d5e9c3597b4f1658" providerId="Windows Live" clId="Web-{22479F8F-968D-44C1-950D-5CDA20401D89}" dt="2024-07-26T02:40:47.483" v="490"/>
        <pc:sldMkLst>
          <pc:docMk/>
          <pc:sldMk cId="3827241726" sldId="257"/>
        </pc:sldMkLst>
      </pc:sldChg>
      <pc:sldChg chg="modSp add ord replId">
        <pc:chgData name="LEE HYUN JONG" userId="d5e9c3597b4f1658" providerId="Windows Live" clId="Web-{22479F8F-968D-44C1-950D-5CDA20401D89}" dt="2024-07-26T02:46:36.074" v="544" actId="20577"/>
        <pc:sldMkLst>
          <pc:docMk/>
          <pc:sldMk cId="3104698663" sldId="258"/>
        </pc:sldMkLst>
      </pc:sldChg>
      <pc:sldChg chg="modSp add replId">
        <pc:chgData name="LEE HYUN JONG" userId="d5e9c3597b4f1658" providerId="Windows Live" clId="Web-{22479F8F-968D-44C1-950D-5CDA20401D89}" dt="2024-07-26T02:34:35.750" v="430" actId="20577"/>
        <pc:sldMkLst>
          <pc:docMk/>
          <pc:sldMk cId="3118821301" sldId="259"/>
        </pc:sldMkLst>
      </pc:sldChg>
      <pc:sldChg chg="modSp add replId">
        <pc:chgData name="LEE HYUN JONG" userId="d5e9c3597b4f1658" providerId="Windows Live" clId="Web-{22479F8F-968D-44C1-950D-5CDA20401D89}" dt="2024-07-26T02:34:46.657" v="432" actId="20577"/>
        <pc:sldMkLst>
          <pc:docMk/>
          <pc:sldMk cId="3825237573" sldId="260"/>
        </pc:sldMkLst>
      </pc:sldChg>
      <pc:sldChg chg="modSp add replId">
        <pc:chgData name="LEE HYUN JONG" userId="d5e9c3597b4f1658" providerId="Windows Live" clId="Web-{22479F8F-968D-44C1-950D-5CDA20401D89}" dt="2024-07-26T02:34:41.953" v="431" actId="20577"/>
        <pc:sldMkLst>
          <pc:docMk/>
          <pc:sldMk cId="175715229" sldId="261"/>
        </pc:sldMkLst>
      </pc:sldChg>
      <pc:sldChg chg="modSp add replId">
        <pc:chgData name="LEE HYUN JONG" userId="d5e9c3597b4f1658" providerId="Windows Live" clId="Web-{22479F8F-968D-44C1-950D-5CDA20401D89}" dt="2024-07-26T02:43:57.459" v="492" actId="20577"/>
        <pc:sldMkLst>
          <pc:docMk/>
          <pc:sldMk cId="3035015122" sldId="262"/>
        </pc:sldMkLst>
      </pc:sldChg>
      <pc:sldChg chg="modSp add replId">
        <pc:chgData name="LEE HYUN JONG" userId="d5e9c3597b4f1658" providerId="Windows Live" clId="Web-{22479F8F-968D-44C1-950D-5CDA20401D89}" dt="2024-07-26T02:46:04.292" v="540" actId="20577"/>
        <pc:sldMkLst>
          <pc:docMk/>
          <pc:sldMk cId="1211797845" sldId="263"/>
        </pc:sldMkLst>
      </pc:sldChg>
      <pc:sldChg chg="modSp add replId">
        <pc:chgData name="LEE HYUN JONG" userId="d5e9c3597b4f1658" providerId="Windows Live" clId="Web-{22479F8F-968D-44C1-950D-5CDA20401D89}" dt="2024-07-26T02:51:59.024" v="613" actId="20577"/>
        <pc:sldMkLst>
          <pc:docMk/>
          <pc:sldMk cId="2481277477" sldId="264"/>
        </pc:sldMkLst>
      </pc:sldChg>
      <pc:sldChg chg="add replId">
        <pc:chgData name="LEE HYUN JONG" userId="d5e9c3597b4f1658" providerId="Windows Live" clId="Web-{22479F8F-968D-44C1-950D-5CDA20401D89}" dt="2024-07-26T02:44:16.757" v="494"/>
        <pc:sldMkLst>
          <pc:docMk/>
          <pc:sldMk cId="375444180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FB65C54-617B-B04A-1453-CAB180080F83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9E512D6E-9639-3D78-A2A0-4873A9F80F1F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4800" b="1" dirty="0">
                <a:solidFill>
                  <a:schemeClr val="bg1"/>
                </a:solidFill>
                <a:ea typeface="맑은 고딕"/>
              </a:rPr>
              <a:t>VFX </a:t>
            </a:r>
            <a:r>
              <a:rPr lang="en-US" altLang="ko-KR" sz="4800" b="1" dirty="0">
                <a:solidFill>
                  <a:schemeClr val="bg1"/>
                </a:solidFill>
                <a:ea typeface="맑은 고딕"/>
              </a:rPr>
              <a:t>03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813717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2161E-2DE9-0C4A-3F35-D01085514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94DE0E4-E8EF-309A-E6DA-E9D6FD1D2003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3DD20D93-6821-A35F-19A0-968CE5CA118D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13. Level up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28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9CC10-7482-3541-FC92-AC0162E3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46E0B9E-37F8-F65F-E317-D40996095A65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A04DA2-7F68-6512-66BF-481342C7933C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Level up (Glow - Shader)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DF1C1E-FCB2-469B-EEE6-121EECEA3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488" y="951110"/>
            <a:ext cx="6498848" cy="49557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8F6101-9D1E-A302-1B10-2A62D4918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839" y="906863"/>
            <a:ext cx="4123013" cy="48741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F3803A-98E8-D11D-7078-1463CACD2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48" y="3740018"/>
            <a:ext cx="1749155" cy="261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1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6837A-43CE-A6FA-CB04-227A7190C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D6D5225-32ED-041C-125E-249D20366EA8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DA2538-35BB-9135-E71F-EC18EB6E58E8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Level up (Converge Particles)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0284D2-1D2C-8D9E-712D-CB0A82FCD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716" y="1011592"/>
            <a:ext cx="4133921" cy="57469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D40EC2-EC15-7867-4B1E-BE4C2754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330" y="1011592"/>
            <a:ext cx="2562557" cy="20117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5EB746-9F1E-0AC5-A513-DB780F422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584" y="1011592"/>
            <a:ext cx="3504555" cy="48137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6C4A36-5370-4410-BB2D-2B69C95C7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42" y="3050513"/>
            <a:ext cx="2421074" cy="37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10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CD2AB-303B-B94F-FD9A-8513C449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75F5CEE-1135-79AA-0959-F1FF0CC07C66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43850D1-A2E9-0DF3-341A-665B5FF59ED1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Level up (Character Particles)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947F0F-E455-DFF5-AB8A-299A4330A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72183"/>
            <a:ext cx="4983056" cy="56670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B35224-5B40-B438-8D72-AB11FAE9B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440" y="972183"/>
            <a:ext cx="3526629" cy="503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2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31724-8431-D84C-9366-ED488BFF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7611152-4D72-77E1-D3E4-C383207A9C4F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E498A6-F1FD-D29C-FFF9-887E10F508D8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Level up (Flash)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42FB76-6C07-84CA-20D6-F19802D0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93674"/>
            <a:ext cx="3724795" cy="46964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8513D1-1A1B-AEA6-58B7-75CC9978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997" y="993674"/>
            <a:ext cx="5477639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6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71DD1-2E61-2817-E0D6-E0BB54CF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A7EE517-5274-54DC-F7B2-C244B42F07A9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999C9DA-2E52-041B-94C1-CE3F0BE2D303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BLOCKS</a:t>
            </a:r>
            <a:r>
              <a:rPr lang="ko-KR" altLang="en-US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 확장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76A9BC-1DD4-69A5-5BBA-75B42D02F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3204994"/>
            <a:ext cx="8595145" cy="34965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FB1B254-AE9F-0353-E24D-E45FFEFEB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35" y="1036000"/>
            <a:ext cx="4460025" cy="208656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90CCF88-A88A-2DB3-3E10-D8768B9A8D7F}"/>
              </a:ext>
            </a:extLst>
          </p:cNvPr>
          <p:cNvSpPr/>
          <p:nvPr/>
        </p:nvSpPr>
        <p:spPr>
          <a:xfrm>
            <a:off x="1320800" y="4124960"/>
            <a:ext cx="3169920" cy="35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16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5553F-8A5E-56E2-69BE-F3E04CC2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CEAB8D5-3015-A907-C584-923A806A2810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0B65428C-C61D-F6AC-DE33-D48CFCE25AD1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14. Sword Slash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497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548AE-6240-E65F-EB1A-9E017710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F5D8D1B-1EFA-1F0E-7180-AFD77AE4F3EA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F80D2AD-517E-5CC0-014D-FFE6540D5274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Sword Slash (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Brigth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Slash)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C38693-DC81-FCA9-0AAC-23B93D32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72" y="1049017"/>
            <a:ext cx="2752682" cy="42085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6B264F0-A056-9085-F01B-7386C18BB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498" y="1049016"/>
            <a:ext cx="2610446" cy="564759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824C1EC-DD8A-B96E-69DC-DB8CCA933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682" y="1049016"/>
            <a:ext cx="5856770" cy="436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4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C65B8-9874-79FE-0FA9-DB352575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8C05267-7661-698D-86B9-F69F5F66A2FB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A5FD5A-20B4-8E89-EBD2-5C6B79BD30C1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Sword Slash (Dark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Slash)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8F6359-EAE6-B6A7-1A2B-DF661D5E9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1049604"/>
            <a:ext cx="2732954" cy="56430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D3FB315-6409-2346-D25A-029A7E3D6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358" y="1049604"/>
            <a:ext cx="6174450" cy="429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9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98BC3-0EF9-8A74-4EA4-1356FDAC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A6B1CCD-28A2-FA6D-1FDD-4343EA2F3665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015664-9EEF-9E01-C435-D80937E65693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Sword Slash (Sword Slash – shader)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57AF07-96C9-8680-04D2-03D945450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091"/>
            <a:ext cx="12192000" cy="45203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478637-2B4B-8F63-6B19-A49CD48D6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49" y="4959960"/>
            <a:ext cx="1819529" cy="177189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C450DD6-567C-BAEC-6D79-1BB9F12E2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219" y="4474117"/>
            <a:ext cx="3419952" cy="225774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8FEB38B-728D-EF02-EE17-0593480DB924}"/>
              </a:ext>
            </a:extLst>
          </p:cNvPr>
          <p:cNvSpPr/>
          <p:nvPr/>
        </p:nvSpPr>
        <p:spPr>
          <a:xfrm>
            <a:off x="2473235" y="5247387"/>
            <a:ext cx="3169920" cy="35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655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FAB97-02C8-8AEE-2895-1D859C56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5F359C3-7167-363A-5232-82A49111AABC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197FB0F-E4DB-0B2E-49A0-B8CAC8E4FE60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Sword Slash (Sword Slash Dark – shader)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895447-73DA-C4D3-1C9E-5E7A2B41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849"/>
            <a:ext cx="12192000" cy="43982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B7D261-426A-E0B2-F9CE-3F5ED49CE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40" y="4828498"/>
            <a:ext cx="1867161" cy="18862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5E11605-F904-D590-E51F-E4CBEFB1B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654" y="4454601"/>
            <a:ext cx="3467584" cy="223868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F9AD64-A44D-30FA-238D-9F273CF77AE6}"/>
              </a:ext>
            </a:extLst>
          </p:cNvPr>
          <p:cNvSpPr/>
          <p:nvPr/>
        </p:nvSpPr>
        <p:spPr>
          <a:xfrm>
            <a:off x="2499041" y="5151592"/>
            <a:ext cx="3169920" cy="355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16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50D65-8B58-7C49-A042-EF589432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9A4FB9AB-F469-22EA-25E4-2C9F0BB9D621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71E76424-B223-5A55-78F2-1C83AE460C42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15. </a:t>
            </a:r>
            <a:r>
              <a:rPr lang="en-US" altLang="ko-KR" sz="4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Ice</a:t>
            </a:r>
            <a:r>
              <a:rPr lang="ko-KR" altLang="en-US" sz="4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 </a:t>
            </a:r>
            <a:r>
              <a:rPr lang="en-US" altLang="ko-KR" sz="4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Attack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64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C3DB4-8A03-EE09-DFAB-C778A82FA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591D288-B493-7E42-DC3A-F31C12AC3816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9FBA91F-0AEE-3FF2-584B-3BB0F6FDEF33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Ice Attack (1st Ground)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FAF93D5-5C08-332E-691B-160247683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32" y="1078707"/>
            <a:ext cx="2716426" cy="50435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DC0499-59CA-86E2-E172-B3549213B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187" y="1069998"/>
            <a:ext cx="3647288" cy="56020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70F463-0115-6DF2-081B-441792B54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183" y="1069998"/>
            <a:ext cx="4569688" cy="405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90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F26C3-69CA-9B97-66EC-94722E01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C0C24BBC-AC25-9405-C3DC-AA5805952DF4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BD43CCD-1C44-E679-8A43-3CBFC293FDF3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Ice Attack (1st SPIKES)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7723F6D-3583-ACB5-966F-5EE796F1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61837"/>
            <a:ext cx="3160641" cy="57514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52607AF-B63A-BF57-A7B4-3DBC56726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847" y="961837"/>
            <a:ext cx="4817517" cy="566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2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503C1-2198-1EEE-9463-D0EADEA21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8A90FB1-D473-8886-5BA3-FAF2F6116821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F32EF0-D7DF-6230-50B6-9AB21178507C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Ice Attack (1st Ground Ice)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FC24D7-BE6D-AE23-F8FF-E8805403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91182"/>
            <a:ext cx="4168897" cy="57292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4D27AA-13E0-2AC2-6C8A-FD84CC18F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480" y="991182"/>
            <a:ext cx="4825038" cy="539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20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8FFCD-960F-8B3D-9954-0680F360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F685CD41-26E1-3C04-A5CB-933CEC686233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A88AC04-48FC-E492-67DD-6E3314AA2551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Ice Attack (2st Ground)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101B8A-4E4B-B721-A949-B7B62551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1001487"/>
            <a:ext cx="4562901" cy="57221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000B017-47CC-1A15-1463-42671A19E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739" y="1001487"/>
            <a:ext cx="4554680" cy="416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25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DDACA-EBFF-4059-129D-892B9DE5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AE3AD54-9374-EFC7-62DB-600AF5046ED5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481C49-0B3D-C450-E900-BBEDD85B1C05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(2st SPIKES)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FA0B1A-6B52-0723-59D4-59022CAF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75360"/>
            <a:ext cx="4251296" cy="54349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DCC4D6-D8A3-A93C-E328-48B7A2F67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445" y="975360"/>
            <a:ext cx="4552395" cy="511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99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B2DE8-43EA-0B03-0833-86B46B22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CD367CF-B8A7-673B-560E-2C3FEE9CEB6D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00E982-F884-A21B-E3FB-E98C0FBEE18C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(2st Ground Ice)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2BCD81-78F5-4C2F-8775-5B1FFE4ED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98952"/>
            <a:ext cx="4684960" cy="56219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20F9D2-AD8A-C650-6DF8-97637F66B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616" y="998952"/>
            <a:ext cx="4709042" cy="525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08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6B021-613C-690C-7CAD-C7A603A5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31D9CFB-05CF-58EA-2E92-B34189848DB9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030EF8E-70C1-D1F7-2C2A-71023DD563B6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(3st Ground)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1B6548-64C6-5857-3E85-B6CC2ACA1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1036320"/>
            <a:ext cx="4538611" cy="57243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AECBD0-B129-8DD1-061B-F1B1771FB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114" y="1036320"/>
            <a:ext cx="4571321" cy="399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8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24324-F7EA-08E5-3627-57FACC51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1E3234E-28A8-E1CA-D4E6-213F5D9C6DC6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8F721C-E332-AE74-5455-D80D9361DF24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(3st SPIKES)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1C69987-D373-0032-A91F-8D19CCD01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6" y="957942"/>
            <a:ext cx="4370936" cy="57454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7AB076-42CC-6A97-94D8-A92A1B56D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026" y="957942"/>
            <a:ext cx="4772614" cy="539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6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FF2D2-1392-CFA4-EEB1-F65617EF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066528A-213B-67E6-E697-C41056819ACD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F1FC352-82E5-5161-BF52-BC160ABE3CFC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(3st Ground Ice)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14EF43-234D-32CC-B9B7-03F2188E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84069"/>
            <a:ext cx="4304178" cy="57974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5958E5-19E7-55B4-FCBD-E3E193B1A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58" y="984069"/>
            <a:ext cx="4767468" cy="54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88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0E4A5-AC88-0274-319E-35277BC4C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C795E97A-D023-98C8-6A28-D87DE27525B3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5BA070E-C0B3-C01A-C7F8-67B8A0806619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Dissolve_Shader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769C2C-0A87-D8FD-8B94-CF61BD08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284" y="1018360"/>
            <a:ext cx="10393225" cy="58396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E43E9F0-F2E8-F819-1421-92A8D925D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45" y="2700816"/>
            <a:ext cx="183858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68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7E56E-BC34-F55B-D85D-D10003A1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1841112-8A7F-70D9-FEBB-BFF870ACD777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CFC6B5-EA00-C6E5-317A-46ADA51FBE8F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Dissolve_Shader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74F75C-7ED7-EBF8-BD20-960DF2FA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474"/>
            <a:ext cx="12192000" cy="531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058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3B9A8-390E-9E91-62F1-BE60A0EC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BDCD227-7438-FBFB-83CC-A815DBCF8891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0B028C-3A99-B4A6-2376-C7CD9BB42B0E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Ice Attack (</a:t>
            </a:r>
            <a:r>
              <a:rPr kumimoji="0" lang="en-US" altLang="ko-K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Dissolve_Shader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077AB70-2F48-BC69-54C7-8216BE810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1088667"/>
            <a:ext cx="5963859" cy="50711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51D9A38-AD96-8234-9882-F928DDBE1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5" y="1088667"/>
            <a:ext cx="4107271" cy="54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28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A4FC3-99DF-98A5-77B3-9F19FCB8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91B593BA-CD7A-D745-8E0F-6E52B7578612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8AA1E7DD-9789-E239-2237-E1654813D320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16. Stylized Fire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081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59ACE-B957-C59E-19D4-87629218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71DD84F-6752-093A-B770-4CDFC44C5AE5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06ACAA6-245A-3D8C-74DD-0D3D96BF2761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Stylize Fire (FLAME)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82D0905-F850-E67F-7EC3-C0B549D16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7" y="1013297"/>
            <a:ext cx="2558127" cy="52406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B6B424-7225-1069-6793-A4461FA7D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59" y="1013297"/>
            <a:ext cx="4377584" cy="50540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3C56DE0-2B2D-5337-FA31-A9B936B4E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218" y="1013297"/>
            <a:ext cx="4564196" cy="435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89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B3831-91CD-293D-2648-855DB4DC8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8AF80A6-C1FE-0DCC-BF5B-29A19C01BD30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F36819-28FC-1EBA-FEEF-895F73C2367F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Stylize Fire (SMOKE)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AD2CE2D-38A7-99A6-FF02-1E242AF91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1019141"/>
            <a:ext cx="4719131" cy="57085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E92D9D3-FAA5-DAF3-D011-2452D3429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143" y="1019141"/>
            <a:ext cx="4757749" cy="450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36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E8CF1-082D-DAB1-9CE1-E12569D3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CF428D3-1E90-2474-F623-61388FBA80F6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D5EA23-51CB-6D76-EBB0-E5215025338A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Stylize Fire (AMBER)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103E07-56CB-3AE4-2813-AAE3C0474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60" y="984997"/>
            <a:ext cx="4739330" cy="56793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6ACE376-5FA5-B745-16A1-36542164F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007" y="984997"/>
            <a:ext cx="4741354" cy="453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51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26116-1A5D-65CF-D829-B38E60CB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A0FDDA6-5140-0666-D8E9-419933E0229F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BDD4B2-05EF-EEA1-A954-60BF95C92372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Stylize Fire (</a:t>
            </a:r>
            <a:r>
              <a:rPr lang="en-US" altLang="ko-KR" sz="2800" b="1" dirty="0" err="1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Fire_Shader</a:t>
            </a:r>
            <a:r>
              <a:rPr lang="en-US" altLang="ko-KR" sz="2800" b="1" dirty="0">
                <a:solidFill>
                  <a:prstClr val="white"/>
                </a:solidFill>
                <a:latin typeface="맑은 고딕" panose="020F0502020204030204"/>
                <a:ea typeface="맑은 고딕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832C2F-E06C-CC11-B70A-7B6ECBFB2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1511956"/>
            <a:ext cx="11364911" cy="48965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C654B5-0996-4B3D-C66F-CDC2653B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35" y="1049366"/>
            <a:ext cx="1743318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9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32982-D30C-D24C-108C-0F6EEF38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CBEF124-180F-9629-94BB-518D4DBA1908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378440ED-9A5E-B95D-9727-F24716503D93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17. Stylized Smoke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519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7B8F90-E4C8-E8F8-4A0E-6E03D528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39C1F29-F8EE-86BD-E011-147E32DEC3CB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183C8EF-2A82-EB70-9CA8-B186B50F3498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Stylized Smoke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53500C-2C23-C22A-8389-6D2D5E80D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42" y="1002008"/>
            <a:ext cx="2047574" cy="31798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03FDDA-5734-0796-D89E-43017D68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581" y="995477"/>
            <a:ext cx="4434977" cy="4880953"/>
          </a:xfrm>
          <a:prstGeom prst="rect">
            <a:avLst/>
          </a:prstGeom>
        </p:spPr>
      </p:pic>
      <p:pic>
        <p:nvPicPr>
          <p:cNvPr id="10" name="그림 9" descr="텍스트, 스크린샷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530118-6437-CC91-5E5D-661DCB8141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076" y="995477"/>
            <a:ext cx="4921182" cy="488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6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15764-EAB4-F64E-6796-FB320D6B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AA89C3CC-B132-6599-DE6B-4D78F4EACC40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DBB8608-A7DF-A49A-255B-CA588D795FDC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Stylized Smoke (Shader)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9212191-0B2D-C607-9670-686F6D74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93058"/>
            <a:ext cx="10459910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39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3BED8-C252-FE7A-4927-98D131C5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08B8A6E-FD11-722A-3351-EFB4B8280D6B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BCE79D2-5EDB-66FF-830E-BBBED1FF559B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04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185</Words>
  <Application>Microsoft Office PowerPoint</Application>
  <PresentationFormat>와이드스크린</PresentationFormat>
  <Paragraphs>34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HYUN JONG LEE</cp:lastModifiedBy>
  <cp:revision>669</cp:revision>
  <dcterms:created xsi:type="dcterms:W3CDTF">2024-07-26T01:16:36Z</dcterms:created>
  <dcterms:modified xsi:type="dcterms:W3CDTF">2025-12-02T03:31:16Z</dcterms:modified>
</cp:coreProperties>
</file>